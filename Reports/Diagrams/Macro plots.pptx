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E7DD-C88E-1C1C-781D-22FA21F52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05471-6131-BBD3-4354-D619C5D71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A24F-1140-D317-A2CF-6758AEE3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11F72-85C9-62C6-F9C2-5763E3C9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36CB-A655-1BBF-841C-01D5254D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5485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069C-325C-61E4-4E13-0BC1228D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7483-96AF-2586-D352-E1583669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3CB23-BE5E-4263-1E98-DF9FE3F4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9326A-D072-C700-0C63-76B1840DC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C3B3B-0508-2ACC-493B-54BEAFCB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821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916B-753D-392B-5F7A-B21A8942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C794-7BE4-D4CD-3F5C-E873C4E85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46076-A8F6-F951-F6E3-5FBB023B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59A67-6FCF-477D-B749-26DE3F4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DE335-2863-CB7A-AB68-B293DB1C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702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C830E-F0F3-D5A4-3470-DA6D6DC2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38A79-3531-5AB0-FACB-CC4D9AE9D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371AB-F2AE-4DCD-87E4-F756FA982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2BF0C-0143-EDD5-5373-5ED2E04B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46AF4-8917-EDFA-E165-40A09A38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E5092-7E32-AB3A-89A4-CB0FBF8B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841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36D5-8085-9DD4-7E78-7FE842D8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0AB14-89DC-669B-8794-9C1F02A89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971CC-EFEC-DF77-5758-9C23556B3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82389-9FF6-AA3E-F87D-F633E43E3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7C851-3A05-98DF-EEB3-01760F850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4D71AA-C353-06A3-C664-C14853AB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7D954-C4AA-8AE4-2852-345E7D47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0FC02-2B22-5142-7DD9-5E7586A8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903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83D9-2E53-DB78-6172-44598F07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0478C-BEDC-4E6E-9E52-5CFFA622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4A012-EBD5-2F06-413A-00964933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DBBCE-2721-DF21-E58B-D1083B23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171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49E141-C4B3-D553-3BAC-A77A67A25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58126-3B2C-5A83-3810-D79E8D57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33598-894D-0D8F-DF89-A01F4BD1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402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1B8E-C13B-493F-34AF-2280E6E4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C0FE-42A3-8DB7-2733-3A1930957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A31DB-C00A-AB5D-5CC9-263B00B1D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C94B4-0A46-E6BD-5FD8-D169AED98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4E11-66BF-B39A-B8BF-33301317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019D5-E00F-8EDA-070E-B4B7E357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75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21EE-9E6D-0204-278C-553A90A8F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2C61E-28E6-72B5-6C19-F07A503C5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5BD6D-D6B0-04D8-3F51-2079D56B5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6F894-8240-A5EB-BA01-7FA2BF2C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4D5DF-2A5B-3032-4F2B-F10F37CA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70273-0CA4-44ED-91D8-97CB6991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983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4EE8-6D2D-B6AE-65B9-E4625487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F8610-CE72-F5F7-DEA0-160856D4F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D1FD4-BF08-9048-8178-3F81EB26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7F619-4AAA-0395-2A53-D9FD1D3B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4141A-4898-1ADE-6042-A44DF24E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1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BBDD47-CBAA-2B30-AE5D-1F1845463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C6244-8D13-D781-DBE0-32BD6C3E1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36F-A0F0-D60B-91E8-BC63C08A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B1307-1EB4-1365-8C78-ED0AA5776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24CFE-6516-487A-CE43-3E080FD7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562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0A3C0-0640-669F-5A40-52FF3A84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A378A-9EE5-2CE6-4957-AEF66AEC3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4852E-B76E-14BD-96F3-CDC247FD4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0EB11-8D07-4819-BD54-62ACDB2A33F8}" type="datetimeFigureOut">
              <a:rPr lang="vi-VN" smtClean="0"/>
              <a:t>03/12/2025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62609-CE84-151A-BDEA-8DD6C8197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FD4AF-328F-B43B-C5DB-1BC9B680F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D2FD0-1DC9-4122-890D-46D0EC0892D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738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7F91E7-8203-3909-79C1-AFA6A1D13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38" y="56245"/>
            <a:ext cx="4023129" cy="3163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C9128-B2DF-AE0E-B7E2-29A14B341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74" y="56245"/>
            <a:ext cx="4023129" cy="3084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312391-4D37-BEFD-7B4A-0E24A43E6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38" y="3485534"/>
            <a:ext cx="4024408" cy="3163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FDBD7B-4C1A-1E1F-390E-268727325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274" y="3542831"/>
            <a:ext cx="4024408" cy="316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9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FBF101-ABFB-153D-4717-539A9C637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53" y="131139"/>
            <a:ext cx="4023129" cy="3164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23E33B-CDF2-BA1B-26E1-CAC9F7A02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929" y="131139"/>
            <a:ext cx="4023128" cy="3164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06701-7E9C-D6C3-B0EA-8E5B67574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53" y="3429000"/>
            <a:ext cx="4023129" cy="3164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BFAF93-45BF-9986-C14F-239CEA226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929" y="3429000"/>
            <a:ext cx="4032981" cy="316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91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C3DD-94E6-70C3-A1C0-F130E745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B5C65B2-5273-4F3F-275C-291E08FB8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53" y="136181"/>
            <a:ext cx="4023129" cy="31590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2E5CF7-EABD-4A97-ABD8-3B2863185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929" y="94340"/>
            <a:ext cx="4077270" cy="32008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539503-E1B4-36F5-4D0A-5763F4CC0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53" y="3429000"/>
            <a:ext cx="4023129" cy="3190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3723B-E3F9-D18F-B7A1-EBED3ADD8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930" y="3429000"/>
            <a:ext cx="4077269" cy="31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9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4</cp:revision>
  <dcterms:created xsi:type="dcterms:W3CDTF">2025-12-03T08:44:37Z</dcterms:created>
  <dcterms:modified xsi:type="dcterms:W3CDTF">2025-12-03T09:01:46Z</dcterms:modified>
</cp:coreProperties>
</file>