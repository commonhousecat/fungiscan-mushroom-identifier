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41ABD-70D4-F8A2-01E9-AC902B162D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F9BD9-F526-B912-8262-F7A6B2039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8B545-BD06-BBF4-EACB-73BBD8997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D792B-C441-43B4-B837-A776E4F3CDDD}" type="datetimeFigureOut">
              <a:rPr lang="vi-VN" smtClean="0"/>
              <a:t>01/12/2025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88D10-A07D-D3D9-A767-E1F59582C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4C729-133F-DFAC-73D8-E7AC996A4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D1FB5-864E-4848-BF33-4617D94413B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00036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6C730-564C-D0AE-9330-C913235CA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5FA93-39C3-D3D4-9C87-9F8B325F3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91B85-E866-6EE7-5887-62392676B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D792B-C441-43B4-B837-A776E4F3CDDD}" type="datetimeFigureOut">
              <a:rPr lang="vi-VN" smtClean="0"/>
              <a:t>01/12/2025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7BF54-F806-C6C4-887D-DA661F174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E4DD2-085E-B376-B9CE-D73B61724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D1FB5-864E-4848-BF33-4617D94413B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73143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BA143-201E-95FF-5B9E-5A1B9108A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AB1E3-3A22-C6D1-4C7C-7C985C0BC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994EC-6281-1CD3-96BE-D0A593641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D792B-C441-43B4-B837-A776E4F3CDDD}" type="datetimeFigureOut">
              <a:rPr lang="vi-VN" smtClean="0"/>
              <a:t>01/12/2025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94EB4-B387-8193-9867-A96A0C4AD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03D80-6396-AEDE-ABFE-4485BD046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D1FB5-864E-4848-BF33-4617D94413B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43139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075A5-8D52-569D-5ABE-A5546CD61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CEAFD-DB65-9F7D-3369-1CBC7180EB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BB915B-1A61-0949-D957-1BCFE2285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FCBE6B-8D07-E401-FF5B-3189FE944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D792B-C441-43B4-B837-A776E4F3CDDD}" type="datetimeFigureOut">
              <a:rPr lang="vi-VN" smtClean="0"/>
              <a:t>01/12/2025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03338-0E67-1E95-C35C-C2E6C77D2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4166A5-8FC9-DB6F-8B3A-1033D4D28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D1FB5-864E-4848-BF33-4617D94413B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51544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203A9-A787-F230-2F9A-101F3D2C2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99A7A-0D15-B5C8-F6F7-769F374E0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0FA350-8498-3AD7-E48D-D3AFCE43E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230D6B-7C19-E550-87D3-2F19D9579A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8F7C73-2D69-516C-7BCB-5A5A6BC74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6500DA-8272-54B0-7B10-D2118B11D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D792B-C441-43B4-B837-A776E4F3CDDD}" type="datetimeFigureOut">
              <a:rPr lang="vi-VN" smtClean="0"/>
              <a:t>01/12/2025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6B4F25-F888-6878-E52F-1F7A0D6D0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79A76F-E8AD-D56C-90F3-51602EF4D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D1FB5-864E-4848-BF33-4617D94413B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58692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76FA0-D422-3364-53E1-F7ED34041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0585E7-F30A-2384-EEBB-F1F6BF372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D792B-C441-43B4-B837-A776E4F3CDDD}" type="datetimeFigureOut">
              <a:rPr lang="vi-VN" smtClean="0"/>
              <a:t>01/12/2025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355EC3-3560-5D41-402A-8001F4046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99CCD4-F1EC-B470-32E5-55CB8B3F9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D1FB5-864E-4848-BF33-4617D94413B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43659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A2F3B8-4431-AD37-C698-6B5CD05F3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D792B-C441-43B4-B837-A776E4F3CDDD}" type="datetimeFigureOut">
              <a:rPr lang="vi-VN" smtClean="0"/>
              <a:t>01/12/2025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0222B4-AA99-8139-3C66-3CB5EC417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7BADB-3447-8E94-9495-6F0FEAB8A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D1FB5-864E-4848-BF33-4617D94413B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42895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99A33-3BAF-4557-C892-7E360408C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8A8F4-C1C8-C62F-28BC-7DE6A01CD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D4CB84-83EF-FFF6-2CAF-C7CFED382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97BF69-E1EC-AC9E-1C1C-23D253C5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D792B-C441-43B4-B837-A776E4F3CDDD}" type="datetimeFigureOut">
              <a:rPr lang="vi-VN" smtClean="0"/>
              <a:t>01/12/2025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D5CDC-0E50-188A-06D7-E73D7FB76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74ED1-D588-715F-39CF-CA3CFDB66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D1FB5-864E-4848-BF33-4617D94413B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28919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9B6DB-4636-E928-ED06-D72D4DAAB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E61308-72BD-5D68-10CD-C921A8283E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1B2AD-D8D5-4A42-C60D-6FC035CA9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9DA92-2206-BCAC-D365-4A5ED8885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D792B-C441-43B4-B837-A776E4F3CDDD}" type="datetimeFigureOut">
              <a:rPr lang="vi-VN" smtClean="0"/>
              <a:t>01/12/2025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C44CC5-D7E0-D4AD-8D84-E5C909414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DB80D9-35B8-EBB8-D878-8F355B0E4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D1FB5-864E-4848-BF33-4617D94413B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57481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8C10C-E32B-7272-FADB-2D13D0CEA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E4F3C-C034-CF1B-CA83-D4404F214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87BC6-DDB6-FC3D-955E-12469C10F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D792B-C441-43B4-B837-A776E4F3CDDD}" type="datetimeFigureOut">
              <a:rPr lang="vi-VN" smtClean="0"/>
              <a:t>01/12/2025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F130F-3943-1315-2942-0DF136B34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120B3-5D71-D925-C3B0-6FC5CED4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D1FB5-864E-4848-BF33-4617D94413B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25410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B76807-AA4F-6337-1565-AD9CB31C5A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9615A0-62B8-92D0-1EE9-E30BBA9FD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FCD41-F7B2-896B-9FFB-041ADCFDB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D792B-C441-43B4-B837-A776E4F3CDDD}" type="datetimeFigureOut">
              <a:rPr lang="vi-VN" smtClean="0"/>
              <a:t>01/12/2025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08467-2FAC-DC04-A783-77A6ECDED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38E9-2C6A-B2E1-3690-7AE6F714C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D1FB5-864E-4848-BF33-4617D94413B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86832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BD0F17-50B0-0E59-E066-692D38697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20492-2A64-6DC4-F729-CD52442AC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DE746-4A03-D797-123C-4D5BD19FC8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D792B-C441-43B4-B837-A776E4F3CDDD}" type="datetimeFigureOut">
              <a:rPr lang="vi-VN" smtClean="0"/>
              <a:t>01/12/2025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CC515E-0EBE-A68E-B6EE-C034159D06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A1C41-0592-9D81-0F34-646AEA76A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8D1FB5-864E-4848-BF33-4617D94413B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60664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C2565047-A1F0-B7ED-1B5F-719346427F4B}"/>
              </a:ext>
            </a:extLst>
          </p:cNvPr>
          <p:cNvGrpSpPr/>
          <p:nvPr/>
        </p:nvGrpSpPr>
        <p:grpSpPr>
          <a:xfrm>
            <a:off x="2167489" y="1592841"/>
            <a:ext cx="7608496" cy="3297879"/>
            <a:chOff x="525502" y="796428"/>
            <a:chExt cx="7608496" cy="329787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3F8FEBB-24E3-6968-EBEB-343DD6FBCE7B}"/>
                </a:ext>
              </a:extLst>
            </p:cNvPr>
            <p:cNvGrpSpPr/>
            <p:nvPr/>
          </p:nvGrpSpPr>
          <p:grpSpPr>
            <a:xfrm>
              <a:off x="525502" y="796428"/>
              <a:ext cx="1930721" cy="1405350"/>
              <a:chOff x="445966" y="930433"/>
              <a:chExt cx="1930721" cy="140535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27AA7E02-FF32-A305-6502-442B2BDEA1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85698" y="930433"/>
                <a:ext cx="1070922" cy="956994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80CA2BA-AC2C-A7A8-CF46-FE083B8FAB60}"/>
                  </a:ext>
                </a:extLst>
              </p:cNvPr>
              <p:cNvSpPr txBox="1"/>
              <p:nvPr/>
            </p:nvSpPr>
            <p:spPr>
              <a:xfrm>
                <a:off x="445966" y="1966451"/>
                <a:ext cx="19307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Collected Images</a:t>
                </a:r>
              </a:p>
            </p:txBody>
          </p:sp>
        </p:grp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423F37F-B78B-5276-783E-846B28BFC627}"/>
                </a:ext>
              </a:extLst>
            </p:cNvPr>
            <p:cNvSpPr/>
            <p:nvPr/>
          </p:nvSpPr>
          <p:spPr>
            <a:xfrm>
              <a:off x="3418906" y="842307"/>
              <a:ext cx="1821688" cy="1133976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Organize into 80 classes</a:t>
              </a:r>
              <a:endParaRPr lang="vi-VN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C2C31F9F-455F-F0EC-4DAD-65F7F31B24BD}"/>
                </a:ext>
              </a:extLst>
            </p:cNvPr>
            <p:cNvSpPr/>
            <p:nvPr/>
          </p:nvSpPr>
          <p:spPr>
            <a:xfrm>
              <a:off x="6312310" y="2960331"/>
              <a:ext cx="1821688" cy="1133976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Generate CSV manifests for all sets</a:t>
              </a:r>
              <a:endParaRPr lang="vi-VN" dirty="0">
                <a:effectLst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48748AB2-51BD-E43A-3F1F-4A45C7706BEF}"/>
                </a:ext>
              </a:extLst>
            </p:cNvPr>
            <p:cNvSpPr/>
            <p:nvPr/>
          </p:nvSpPr>
          <p:spPr>
            <a:xfrm>
              <a:off x="3418906" y="2960331"/>
              <a:ext cx="1821688" cy="1133976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Upload to Kaggle</a:t>
              </a:r>
              <a:endParaRPr lang="vi-VN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D2D2CC0F-988D-C286-D444-DF8DBCFCBB41}"/>
                </a:ext>
              </a:extLst>
            </p:cNvPr>
            <p:cNvSpPr/>
            <p:nvPr/>
          </p:nvSpPr>
          <p:spPr>
            <a:xfrm>
              <a:off x="6312310" y="825561"/>
              <a:ext cx="1821688" cy="1133976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Split into Train/Validate/Test sets</a:t>
              </a:r>
              <a:endParaRPr lang="vi-VN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3F4414B4-21AA-70B1-D6F8-EEFEFF5577F8}"/>
                </a:ext>
              </a:extLst>
            </p:cNvPr>
            <p:cNvSpPr/>
            <p:nvPr/>
          </p:nvSpPr>
          <p:spPr>
            <a:xfrm>
              <a:off x="525502" y="2862012"/>
              <a:ext cx="1821688" cy="1133976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Train, validate and test the model</a:t>
              </a:r>
              <a:endParaRPr lang="vi-VN" dirty="0">
                <a:solidFill>
                  <a:schemeClr val="tx1"/>
                </a:solidFill>
              </a:endParaRPr>
            </a:p>
          </p:txBody>
        </p:sp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3AE42B3E-603D-BDE3-7B53-B3BAE3C7ABC3}"/>
                </a:ext>
              </a:extLst>
            </p:cNvPr>
            <p:cNvSpPr/>
            <p:nvPr/>
          </p:nvSpPr>
          <p:spPr>
            <a:xfrm>
              <a:off x="2534003" y="1126414"/>
              <a:ext cx="698090" cy="501445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>
                <a:solidFill>
                  <a:schemeClr val="tx1"/>
                </a:solidFill>
              </a:endParaRPr>
            </a:p>
          </p:txBody>
        </p: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32A6B9A0-FEA8-766D-4AF5-42418A594D79}"/>
                </a:ext>
              </a:extLst>
            </p:cNvPr>
            <p:cNvSpPr/>
            <p:nvPr/>
          </p:nvSpPr>
          <p:spPr>
            <a:xfrm rot="5400000">
              <a:off x="6874108" y="2209212"/>
              <a:ext cx="698090" cy="501445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>
                <a:solidFill>
                  <a:schemeClr val="tx1"/>
                </a:solidFill>
              </a:endParaRPr>
            </a:p>
          </p:txBody>
        </p:sp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491ABB69-6525-ECC1-1930-CA6A079F92C4}"/>
                </a:ext>
              </a:extLst>
            </p:cNvPr>
            <p:cNvSpPr/>
            <p:nvPr/>
          </p:nvSpPr>
          <p:spPr>
            <a:xfrm rot="10800000">
              <a:off x="2534003" y="3276596"/>
              <a:ext cx="698090" cy="501445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>
                <a:solidFill>
                  <a:schemeClr val="tx1"/>
                </a:solidFill>
              </a:endParaRPr>
            </a:p>
          </p:txBody>
        </p:sp>
        <p:sp>
          <p:nvSpPr>
            <p:cNvPr id="18" name="Arrow: Right 17">
              <a:extLst>
                <a:ext uri="{FF2B5EF4-FFF2-40B4-BE49-F238E27FC236}">
                  <a16:creationId xmlns:a16="http://schemas.microsoft.com/office/drawing/2014/main" id="{59616090-71BB-839C-F16F-527061CAC95D}"/>
                </a:ext>
              </a:extLst>
            </p:cNvPr>
            <p:cNvSpPr/>
            <p:nvPr/>
          </p:nvSpPr>
          <p:spPr>
            <a:xfrm>
              <a:off x="5427407" y="1126415"/>
              <a:ext cx="698090" cy="501445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>
                <a:solidFill>
                  <a:schemeClr val="tx1"/>
                </a:solidFill>
              </a:endParaRPr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320768DA-D8FC-93E4-8448-4DE885483135}"/>
                </a:ext>
              </a:extLst>
            </p:cNvPr>
            <p:cNvSpPr/>
            <p:nvPr/>
          </p:nvSpPr>
          <p:spPr>
            <a:xfrm rot="10800000">
              <a:off x="5427407" y="3276596"/>
              <a:ext cx="698090" cy="501445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7189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30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ASUS</cp:lastModifiedBy>
  <cp:revision>7</cp:revision>
  <dcterms:created xsi:type="dcterms:W3CDTF">2025-12-01T06:54:09Z</dcterms:created>
  <dcterms:modified xsi:type="dcterms:W3CDTF">2025-12-01T07:19:57Z</dcterms:modified>
</cp:coreProperties>
</file>