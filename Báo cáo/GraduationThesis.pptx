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5" r:id="rId23"/>
    <p:sldId id="276" r:id="rId24"/>
    <p:sldId id="277" r:id="rId25"/>
    <p:sldId id="278" r:id="rId26"/>
    <p:sldId id="273" r:id="rId27"/>
    <p:sldId id="272" r:id="rId28"/>
    <p:sldId id="270" r:id="rId29"/>
    <p:sldId id="26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63075" autoAdjust="0"/>
  </p:normalViewPr>
  <p:slideViewPr>
    <p:cSldViewPr snapToGrid="0">
      <p:cViewPr varScale="1">
        <p:scale>
          <a:sx n="111" d="100"/>
          <a:sy n="111" d="100"/>
        </p:scale>
        <p:origin x="516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18/12/2025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consists of 4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finally,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1: Introduction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996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It is known that Mushroom identification is a difficult task for beginners - due to how similar most species look, which can lead to possibly lethal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in foraging hobby, there has been demand for an accessible and beginner-friendly tool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That does not have the users dealing with an expensive subscription  or a restrictive freemium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as well as promotes safe foraging practices, and self-learning.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Objectives of the thesis is to :</a:t>
            </a:r>
            <a:br>
              <a:rPr lang="en-US" dirty="0"/>
            </a:br>
            <a:r>
              <a:rPr lang="en-US" dirty="0"/>
              <a:t>1. Build an app that combine AI-based image identification with local storage</a:t>
            </a:r>
          </a:p>
          <a:p>
            <a:r>
              <a:rPr lang="en-US" dirty="0"/>
              <a:t>2.  a search feature and interactable forage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task done via PyTorch on Lightning.ai server</a:t>
            </a:r>
          </a:p>
          <a:p>
            <a:r>
              <a:rPr lang="en-US" dirty="0">
                <a:effectLst/>
              </a:rPr>
              <a:t>3. And local storage is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2: Theoretical Basis &amp; Systems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3732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Data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details and complex textures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consists of 80 classes with exactly 200 samples each 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 public dataset,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train, validate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The Augmentation is applied to the train set just before training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architecture,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Mushroom identification feature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History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Workflow for  Search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for  Forage map feature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3: Implementation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702856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the metric of precision, recall and F1 score for each of the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value also follows the same macro-averaging approach across all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of the implementation has the ViT model perform consistently higher than all baseline models on the custom dataset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finally,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4: Conclusion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7515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end,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A real-time image recognition with local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A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 API.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in several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 remain 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the recognition feature to other wild edibles.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a larger ViT variant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Improve the dataset and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the keyword search feature to a chatbot.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a feature where user can submit observation to iNaturalist website to the forage map.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18-Dec-25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Part 1: </a:t>
            </a:r>
            <a:r>
              <a:rPr lang="en-US" sz="3200" dirty="0"/>
              <a:t>Introduction</a:t>
            </a:r>
          </a:p>
          <a:p>
            <a:r>
              <a:rPr lang="en-US" sz="3200" b="1" dirty="0"/>
              <a:t>Part 2: </a:t>
            </a:r>
            <a:r>
              <a:rPr lang="en-US" sz="3200" dirty="0"/>
              <a:t>Theoretical Basis &amp; Systems Analysis</a:t>
            </a:r>
          </a:p>
          <a:p>
            <a:r>
              <a:rPr lang="en-US" sz="3200" b="1" dirty="0"/>
              <a:t>Part 3: </a:t>
            </a:r>
            <a:r>
              <a:rPr lang="en-US" sz="3200" dirty="0"/>
              <a:t>Implementation</a:t>
            </a:r>
          </a:p>
          <a:p>
            <a:r>
              <a:rPr lang="en-US" sz="3200" b="1" dirty="0"/>
              <a:t>Part 4: </a:t>
            </a:r>
            <a:r>
              <a:rPr lang="en-US" sz="3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train, 10% validate and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 accuracy in </a:t>
            </a:r>
            <a:r>
              <a:rPr lang="en-US" dirty="0" err="1"/>
              <a:t>serveral</a:t>
            </a:r>
            <a:r>
              <a:rPr lang="en-US" dirty="0"/>
              <a:t> classes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feature to other wild forageables.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a feature where user can submit observation to iNaturalist website to the forage map.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5844</TotalTime>
  <Words>1465</Words>
  <Application>Microsoft Office PowerPoint</Application>
  <PresentationFormat>Widescreen</PresentationFormat>
  <Paragraphs>225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Mushroom Identification Workflow</vt:lpstr>
      <vt:lpstr>2.6. History Workflow</vt:lpstr>
      <vt:lpstr>2.6. Search Workflow</vt:lpstr>
      <vt:lpstr>2.6. Forage Map Workflow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517</cp:revision>
  <dcterms:created xsi:type="dcterms:W3CDTF">2022-07-01T08:15:51Z</dcterms:created>
  <dcterms:modified xsi:type="dcterms:W3CDTF">2025-12-18T14:40:58Z</dcterms:modified>
</cp:coreProperties>
</file>