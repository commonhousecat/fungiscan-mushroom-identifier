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9" r:id="rId23"/>
    <p:sldId id="301" r:id="rId24"/>
    <p:sldId id="275" r:id="rId25"/>
    <p:sldId id="276" r:id="rId26"/>
    <p:sldId id="277" r:id="rId27"/>
    <p:sldId id="278" r:id="rId28"/>
    <p:sldId id="273" r:id="rId29"/>
    <p:sldId id="272" r:id="rId30"/>
    <p:sldId id="270" r:id="rId31"/>
    <p:sldId id="26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5033" autoAdjust="0"/>
  </p:normalViewPr>
  <p:slideViewPr>
    <p:cSldViewPr snapToGrid="0">
      <p:cViewPr varScale="1">
        <p:scale>
          <a:sx n="111" d="100"/>
          <a:sy n="111" d="100"/>
        </p:scale>
        <p:origin x="51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17/12/2025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Hello, I am Quang Vinh, thanks for coming to my thesis defense presentation today, which is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is organized into four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known that mushroom identification is a difficult task for most beginner due to how similar most mushroom species looks.</a:t>
            </a:r>
          </a:p>
          <a:p>
            <a:endParaRPr lang="en-US" dirty="0"/>
          </a:p>
          <a:p>
            <a:r>
              <a:rPr lang="en-US" dirty="0"/>
              <a:t>Which spawn errors despite prior knowledge </a:t>
            </a:r>
          </a:p>
          <a:p>
            <a:endParaRPr lang="en-US" dirty="0"/>
          </a:p>
          <a:p>
            <a:r>
              <a:rPr lang="en-US" dirty="0"/>
              <a:t>And With the increase in interest for foraging, there has been demand a tool that is beginner friendly 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without having deal with an expensive subscription model or the ever-annoying freemium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that aims to develop a beginner-friendly Android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safe mushroom identification, promotes safe foraging practices, and self-learning for the hobby.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Objectives:</a:t>
            </a:r>
            <a:br>
              <a:rPr lang="en-US" dirty="0"/>
            </a:br>
            <a:r>
              <a:rPr lang="en-US" dirty="0"/>
              <a:t>Build an app that combine AI-based image identification that stored inferred result locally with a search feature and interactable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that  integration with the iNaturalist API.</a:t>
            </a:r>
          </a:p>
          <a:p>
            <a:r>
              <a:rPr lang="en-US" dirty="0">
                <a:effectLst/>
              </a:rPr>
              <a:t>2. While server-side inference used PyTorch on Lightning.ai,</a:t>
            </a:r>
          </a:p>
          <a:p>
            <a:r>
              <a:rPr lang="en-US" dirty="0">
                <a:effectLst/>
              </a:rPr>
              <a:t>3. Local SQLite and bunded JSON handle storage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model</a:t>
            </a:r>
          </a:p>
          <a:p>
            <a:r>
              <a:rPr lang="en-US" dirty="0"/>
              <a:t>5. FastAPI and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&lt;&gt; Google – Vit base patch 16 224 pretrained on ImageNet 21k:</a:t>
            </a:r>
          </a:p>
          <a:p>
            <a:r>
              <a:rPr lang="en-US" dirty="0"/>
              <a:t>1. Good for identifying subtle details and complex textures</a:t>
            </a:r>
          </a:p>
          <a:p>
            <a:r>
              <a:rPr lang="en-US" dirty="0"/>
              <a:t>2. And It deliver higher accuracy than the 3 CNN models used for the baseline on the custom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is 80 classes with 200 samples each result in exactly 16,000 samples total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training, validation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The train set is augmented with the usual suspect of flips, rotate, blur, noise, etc.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identification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Search feature workflow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Forage map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the precision, recall and F1 score for each of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from those result calculate the average of those metrics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did the AUC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of the implementation the Vision transformer model achieved consistently higher scores than all baseline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F1 Score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372320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ROC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85473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are the UI implementation for the Mushroom identification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conclusion the app </a:t>
            </a:r>
            <a:r>
              <a:rPr lang="en-US" dirty="0">
                <a:effectLst/>
              </a:rPr>
              <a:t>successfully delivered a beginner-friendly Android application that feature: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real-time image recognition with local result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keyword-searchable mushroom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>
                <a:effectLst/>
              </a:rPr>
              <a:t>Current limitations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incomplete mitigation of overfitting,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suboptimal accuracy on certain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features—particularly advanced search and map functionality—remaining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Future improvements may involve: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expanding recognition to additional wild edibles using multi-task or specialized models,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adopting larger ViT variants, enhancing the dataset and augmentation strategies,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upgrading the search function to a natural-language chatbot powered by a small LLM,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and further enriching the forage map with user-contributed observations.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b="1" dirty="0"/>
              <a:t>DEVELOPING A MUSHROOM IDENTIFICATION </a:t>
            </a:r>
          </a:p>
          <a:p>
            <a:r>
              <a:rPr lang="en-US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Higher accuracy than ResNet-50, EfficientNet, and MobileNet on the custom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</a:t>
            </a:r>
            <a:r>
              <a:rPr lang="en-US" sz="6000"/>
              <a:t>System Workflows</a:t>
            </a:r>
            <a:endParaRPr lang="en-US" sz="6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Main System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842" y="1335903"/>
            <a:ext cx="6362315" cy="489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3C3-B0A6-8CAD-CDF0-1B722272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FEAF-7CF2-C4FF-8113-EEFCF5252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6287B1-B112-7A50-0521-992762F7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568" y="1477568"/>
            <a:ext cx="6266863" cy="469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5571</TotalTime>
  <Words>1486</Words>
  <Application>Microsoft Office PowerPoint</Application>
  <PresentationFormat>Widescreen</PresentationFormat>
  <Paragraphs>223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Main System Workflows</vt:lpstr>
      <vt:lpstr>2.6. Main System Workflows</vt:lpstr>
      <vt:lpstr>2.6. Main System Workflows</vt:lpstr>
      <vt:lpstr>2.6. Main System Workflows</vt:lpstr>
      <vt:lpstr>Part 3: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3.2. UI Implementation</vt:lpstr>
      <vt:lpstr>3.2. UI Implementation</vt:lpstr>
      <vt:lpstr>3.2. UI Implementation</vt:lpstr>
      <vt:lpstr>3.2.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461</cp:revision>
  <dcterms:created xsi:type="dcterms:W3CDTF">2022-07-01T08:15:51Z</dcterms:created>
  <dcterms:modified xsi:type="dcterms:W3CDTF">2025-12-17T00:44:48Z</dcterms:modified>
</cp:coreProperties>
</file>