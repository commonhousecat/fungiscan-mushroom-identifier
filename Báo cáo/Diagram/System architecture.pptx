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D03"/>
    <a:srgbClr val="EEB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398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DD4EE-B9C8-FC94-5D55-38496E741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1BE2C-DE87-A59F-3173-D69AAC617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5A7DF-B5B0-63F4-8DAC-06F08D385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92C5-6146-4B60-B7D1-75DB42B1D625}" type="datetimeFigureOut">
              <a:rPr lang="vi-VN" smtClean="0"/>
              <a:t>28/11/2025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4BA13-3F5E-50D8-58D6-0FA6F339B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3BDFC-F364-0137-842C-EE1F37FC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AD3D-A0A5-4194-9109-14FDBB91B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841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2B074-337B-B3AE-9777-2A272A64E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864D3-8B69-0349-C02B-7D44F9CE1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EA90E-0B34-C895-B5EB-AD704DB27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92C5-6146-4B60-B7D1-75DB42B1D625}" type="datetimeFigureOut">
              <a:rPr lang="vi-VN" smtClean="0"/>
              <a:t>28/11/2025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5EC81-FEF7-152C-D5FE-419572DD2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AB55A-5273-4DC1-141E-531349288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AD3D-A0A5-4194-9109-14FDBB91B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435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E034B-12B1-1A3C-2BA5-AAE8BD0C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97C64-8C6A-D45A-A36E-AC7208C7B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2E069-BC38-1260-A87F-C8611714D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92C5-6146-4B60-B7D1-75DB42B1D625}" type="datetimeFigureOut">
              <a:rPr lang="vi-VN" smtClean="0"/>
              <a:t>28/11/2025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C7CDA-B9E3-1B7E-0775-0B5A715AB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278AF-7962-52E8-47BB-043B07EE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AD3D-A0A5-4194-9109-14FDBB91B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1018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AE5CE-EB7E-4869-7698-1EFEDDCA7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55B7D-28AD-5CF9-795F-2945A47154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37B34-EA5C-58EB-587F-BE58F848D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2A543-D53B-A565-1F70-492C35D52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92C5-6146-4B60-B7D1-75DB42B1D625}" type="datetimeFigureOut">
              <a:rPr lang="vi-VN" smtClean="0"/>
              <a:t>28/11/2025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952B5-0699-878E-5D03-E652D39C4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F5FC5-001F-C0B8-6E77-BF7CA4458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AD3D-A0A5-4194-9109-14FDBB91B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39473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AB9B1-579F-3654-52BD-2A65B9D1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78AED-F6B6-D9C5-D0BB-ED38EE32D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C2EA4-399F-A658-4D6D-610569C98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254A7B-3755-4D2A-5DF2-065AF4F20B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E0059D-B476-83AA-4097-6A767E1A0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D7B248-8272-0F50-E550-713F17277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92C5-6146-4B60-B7D1-75DB42B1D625}" type="datetimeFigureOut">
              <a:rPr lang="vi-VN" smtClean="0"/>
              <a:t>28/11/2025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ECDE53-84BF-4316-A797-81C22982D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2D26DE-1186-AECE-A1DF-ACBA8E72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AD3D-A0A5-4194-9109-14FDBB91B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6600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90546-6C88-A50B-A639-0CA496DF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87FA37-8F90-5F33-1CDA-778B5AF1E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92C5-6146-4B60-B7D1-75DB42B1D625}" type="datetimeFigureOut">
              <a:rPr lang="vi-VN" smtClean="0"/>
              <a:t>28/11/2025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162320-E794-0E1E-5540-4D5D7A1C7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4A3C4-A09A-2238-3826-F14181659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AD3D-A0A5-4194-9109-14FDBB91B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1684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0514FF-DC67-90CF-1E88-AD91E9332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92C5-6146-4B60-B7D1-75DB42B1D625}" type="datetimeFigureOut">
              <a:rPr lang="vi-VN" smtClean="0"/>
              <a:t>28/11/2025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ACF35D-1B20-142F-CDBA-D68CEF3DB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3DE66-2445-6A76-C951-F4F6FE17E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AD3D-A0A5-4194-9109-14FDBB91B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84383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688E4-1636-3A25-63C4-42BFB4B21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2120C-D918-9F6E-9035-2191567A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F8435-7054-519B-EFE9-63D490681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0DB1E-0E86-6E7F-320A-294AF1FAB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92C5-6146-4B60-B7D1-75DB42B1D625}" type="datetimeFigureOut">
              <a:rPr lang="vi-VN" smtClean="0"/>
              <a:t>28/11/2025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A800-CCBD-F026-97B3-C130F692B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EB281-68CE-8526-977C-A29F3886A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AD3D-A0A5-4194-9109-14FDBB91B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0119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65C62-8494-BB23-65F6-88050C640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82851A-C6D5-1D1E-767F-8E7B6C4E0B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26C75-0E81-4C0E-7AA3-1AFDA315F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53575-5991-7C62-C357-C9EB4E255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92C5-6146-4B60-B7D1-75DB42B1D625}" type="datetimeFigureOut">
              <a:rPr lang="vi-VN" smtClean="0"/>
              <a:t>28/11/2025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FA21A-E21C-411C-BAEB-F6440625C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F8D32-3745-5EE1-D2EF-DFC9DDE26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AD3D-A0A5-4194-9109-14FDBB91B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29792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9C82B-4CC3-1DF5-60A3-4424AA517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59B03-C5A0-5FBE-FCCE-FB0CF6FC1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45AE2-6EEA-FB0C-5B75-CF9C1EE96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92C5-6146-4B60-B7D1-75DB42B1D625}" type="datetimeFigureOut">
              <a:rPr lang="vi-VN" smtClean="0"/>
              <a:t>28/11/2025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CC88F-D68A-D16F-4A16-EB79C1E3E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EBB28-5617-404F-6403-F58DFB1E3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AD3D-A0A5-4194-9109-14FDBB91B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7471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8E25CF-ACB4-693B-8DE0-3A0FEC1A1F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3991A-7951-4097-DD2C-6AF1A4D91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ABB88-C94B-517F-F98E-1864B9A96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92C5-6146-4B60-B7D1-75DB42B1D625}" type="datetimeFigureOut">
              <a:rPr lang="vi-VN" smtClean="0"/>
              <a:t>28/11/2025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C2ED5-9733-63E6-2543-0BE6E7F50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51453-15DB-FAF0-A9F6-D343CB0B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AD3D-A0A5-4194-9109-14FDBB91B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09401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6FE052-09EC-9957-E3F4-0C37AF671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1D3F8-17DA-523C-9F9C-62F72BED2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153E5-66E1-8AEE-03B6-10DD7CE41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F92C5-6146-4B60-B7D1-75DB42B1D625}" type="datetimeFigureOut">
              <a:rPr lang="vi-VN" smtClean="0"/>
              <a:t>28/11/2025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10AAA-4F37-5C7E-EDE8-89C628255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A6F3B-EAA1-BD7C-DA85-0E2D42B0C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6AD3D-A0A5-4194-9109-14FDBB91BD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348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device&#10;&#10;AI-generated content may be incorrect.">
            <a:extLst>
              <a:ext uri="{FF2B5EF4-FFF2-40B4-BE49-F238E27FC236}">
                <a16:creationId xmlns:a16="http://schemas.microsoft.com/office/drawing/2014/main" id="{971D1A6D-D2FA-E8B4-E590-F2750441E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403" y="643466"/>
            <a:ext cx="798719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30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47040-2788-DDE7-FC56-65E056618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9FDD7A9-64E9-1163-A419-DC70FE370441}"/>
              </a:ext>
            </a:extLst>
          </p:cNvPr>
          <p:cNvGrpSpPr/>
          <p:nvPr/>
        </p:nvGrpSpPr>
        <p:grpSpPr>
          <a:xfrm>
            <a:off x="1577334" y="522310"/>
            <a:ext cx="652735" cy="919418"/>
            <a:chOff x="4566965" y="1611165"/>
            <a:chExt cx="652735" cy="91941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6C8CB4E-4A27-62EF-D1DE-DA98B4B6B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66965" y="1611165"/>
              <a:ext cx="652735" cy="66550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4E44BD-6DB7-84F9-D289-D9B4EE09158C}"/>
                </a:ext>
              </a:extLst>
            </p:cNvPr>
            <p:cNvSpPr txBox="1"/>
            <p:nvPr/>
          </p:nvSpPr>
          <p:spPr>
            <a:xfrm>
              <a:off x="4659970" y="2276667"/>
              <a:ext cx="46672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User</a:t>
              </a:r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1C8242-6733-C3DE-C477-3F36319833AF}"/>
              </a:ext>
            </a:extLst>
          </p:cNvPr>
          <p:cNvGrpSpPr/>
          <p:nvPr/>
        </p:nvGrpSpPr>
        <p:grpSpPr>
          <a:xfrm>
            <a:off x="1263672" y="1921941"/>
            <a:ext cx="1269022" cy="1380963"/>
            <a:chOff x="3112478" y="2386733"/>
            <a:chExt cx="1269022" cy="138096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2C10680-1538-1CB8-B9EC-D23D2FF60509}"/>
                </a:ext>
              </a:extLst>
            </p:cNvPr>
            <p:cNvGrpSpPr/>
            <p:nvPr/>
          </p:nvGrpSpPr>
          <p:grpSpPr>
            <a:xfrm>
              <a:off x="3229783" y="2641233"/>
              <a:ext cx="1027648" cy="889283"/>
              <a:chOff x="1048558" y="2206342"/>
              <a:chExt cx="1695976" cy="1356908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839CC9D0-E34C-42F2-F5EA-54FC2F14CB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6940" y="2291761"/>
                <a:ext cx="920163" cy="1262271"/>
              </a:xfrm>
              <a:prstGeom prst="rect">
                <a:avLst/>
              </a:prstGeom>
            </p:spPr>
          </p:pic>
          <p:pic>
            <p:nvPicPr>
              <p:cNvPr id="16" name="Picture 15" descr="A green robot with two eyes&#10;&#10;AI-generated content may be incorrect.">
                <a:extLst>
                  <a:ext uri="{FF2B5EF4-FFF2-40B4-BE49-F238E27FC236}">
                    <a16:creationId xmlns:a16="http://schemas.microsoft.com/office/drawing/2014/main" id="{174ACFAA-19A2-B0CB-4027-32A151848E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8558" y="2206342"/>
                <a:ext cx="1695976" cy="1356908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57991F5-A122-79B4-9AAF-6977408F362E}"/>
                </a:ext>
              </a:extLst>
            </p:cNvPr>
            <p:cNvSpPr txBox="1"/>
            <p:nvPr/>
          </p:nvSpPr>
          <p:spPr>
            <a:xfrm>
              <a:off x="3184686" y="3513780"/>
              <a:ext cx="112989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Android devices</a:t>
              </a:r>
              <a:endParaRPr 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8C2B08B-8AA8-9462-8E2E-5650D5E4F1C8}"/>
                </a:ext>
              </a:extLst>
            </p:cNvPr>
            <p:cNvSpPr txBox="1"/>
            <p:nvPr/>
          </p:nvSpPr>
          <p:spPr>
            <a:xfrm>
              <a:off x="3122004" y="2386733"/>
              <a:ext cx="125949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b="1" dirty="0">
                  <a:solidFill>
                    <a:srgbClr val="F39D03"/>
                  </a:solidFill>
                </a:rPr>
                <a:t>Mobile Device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FF2C56E-26D0-47B6-8BA2-67145CF16800}"/>
                </a:ext>
              </a:extLst>
            </p:cNvPr>
            <p:cNvSpPr/>
            <p:nvPr/>
          </p:nvSpPr>
          <p:spPr>
            <a:xfrm>
              <a:off x="3112478" y="2386733"/>
              <a:ext cx="1259497" cy="1380963"/>
            </a:xfrm>
            <a:prstGeom prst="rect">
              <a:avLst/>
            </a:prstGeom>
            <a:noFill/>
            <a:ln w="28575">
              <a:solidFill>
                <a:srgbClr val="EEB5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A8B0600-9F80-0798-7C42-F5453A92E7B5}"/>
              </a:ext>
            </a:extLst>
          </p:cNvPr>
          <p:cNvGrpSpPr/>
          <p:nvPr/>
        </p:nvGrpSpPr>
        <p:grpSpPr>
          <a:xfrm>
            <a:off x="643337" y="4169304"/>
            <a:ext cx="2510433" cy="1695451"/>
            <a:chOff x="2385417" y="4314825"/>
            <a:chExt cx="2510433" cy="1695451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5618004-EFC1-B0BD-3D5D-EF02B8779358}"/>
                </a:ext>
              </a:extLst>
            </p:cNvPr>
            <p:cNvSpPr txBox="1"/>
            <p:nvPr/>
          </p:nvSpPr>
          <p:spPr>
            <a:xfrm>
              <a:off x="2642959" y="4387306"/>
              <a:ext cx="200244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b="1" dirty="0">
                  <a:solidFill>
                    <a:srgbClr val="F39D03"/>
                  </a:solidFill>
                </a:rPr>
                <a:t>Local Data Management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0B81595-800E-A0B2-9EB7-114C95566B76}"/>
                </a:ext>
              </a:extLst>
            </p:cNvPr>
            <p:cNvSpPr/>
            <p:nvPr/>
          </p:nvSpPr>
          <p:spPr>
            <a:xfrm>
              <a:off x="2385417" y="4314825"/>
              <a:ext cx="2510433" cy="1695451"/>
            </a:xfrm>
            <a:prstGeom prst="rect">
              <a:avLst/>
            </a:prstGeom>
            <a:noFill/>
            <a:ln w="28575">
              <a:solidFill>
                <a:srgbClr val="EEB5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6739B33-4B8C-E985-90EE-9C40A6E2ED8F}"/>
                </a:ext>
              </a:extLst>
            </p:cNvPr>
            <p:cNvGrpSpPr/>
            <p:nvPr/>
          </p:nvGrpSpPr>
          <p:grpSpPr>
            <a:xfrm>
              <a:off x="2542999" y="4829950"/>
              <a:ext cx="897897" cy="988067"/>
              <a:chOff x="2542999" y="4829950"/>
              <a:chExt cx="897897" cy="988067"/>
            </a:xfrm>
          </p:grpSpPr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D377FD82-D83D-0996-8C91-F25E8DBF4F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25923" y="4913588"/>
                <a:ext cx="514806" cy="650514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200876F-2A09-0938-1852-96AF5A229B92}"/>
                  </a:ext>
                </a:extLst>
              </p:cNvPr>
              <p:cNvSpPr txBox="1"/>
              <p:nvPr/>
            </p:nvSpPr>
            <p:spPr>
              <a:xfrm>
                <a:off x="2582905" y="5535527"/>
                <a:ext cx="857991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1050" dirty="0">
                    <a:latin typeface="Aptos (Body)"/>
                  </a:rPr>
                  <a:t>Structured</a:t>
                </a:r>
                <a:endParaRPr lang="en-US" dirty="0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BBC51B7-1401-3B2D-DC74-AC24D5A28EF2}"/>
                  </a:ext>
                </a:extLst>
              </p:cNvPr>
              <p:cNvSpPr/>
              <p:nvPr/>
            </p:nvSpPr>
            <p:spPr>
              <a:xfrm>
                <a:off x="2542999" y="4829950"/>
                <a:ext cx="857992" cy="988067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A62518D-7089-B796-2740-B8B5985A77B9}"/>
                </a:ext>
              </a:extLst>
            </p:cNvPr>
            <p:cNvGrpSpPr/>
            <p:nvPr/>
          </p:nvGrpSpPr>
          <p:grpSpPr>
            <a:xfrm>
              <a:off x="3822414" y="4791850"/>
              <a:ext cx="945484" cy="1068455"/>
              <a:chOff x="6506944" y="4875488"/>
              <a:chExt cx="945484" cy="1068455"/>
            </a:xfrm>
          </p:grpSpPr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3844B297-C2AE-ED99-68B1-262108627B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90729" y="4951345"/>
                <a:ext cx="558750" cy="619896"/>
              </a:xfrm>
              <a:prstGeom prst="rect">
                <a:avLst/>
              </a:prstGeom>
            </p:spPr>
          </p:pic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F4F1D9D-0175-A630-DC05-8996828B06D9}"/>
                  </a:ext>
                </a:extLst>
              </p:cNvPr>
              <p:cNvSpPr txBox="1"/>
              <p:nvPr/>
            </p:nvSpPr>
            <p:spPr>
              <a:xfrm>
                <a:off x="6550691" y="5526002"/>
                <a:ext cx="857991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1050" dirty="0">
                    <a:latin typeface="Aptos (Body)"/>
                  </a:rPr>
                  <a:t>Static information</a:t>
                </a:r>
                <a:endParaRPr lang="en-US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C614262-81E9-CD8E-C9E2-356DA1EDD71D}"/>
                  </a:ext>
                </a:extLst>
              </p:cNvPr>
              <p:cNvSpPr/>
              <p:nvPr/>
            </p:nvSpPr>
            <p:spPr>
              <a:xfrm>
                <a:off x="6506944" y="4875488"/>
                <a:ext cx="945484" cy="1068455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6E43AF3-50B4-1418-9CB9-9E63E2B5D2D5}"/>
              </a:ext>
            </a:extLst>
          </p:cNvPr>
          <p:cNvGrpSpPr/>
          <p:nvPr/>
        </p:nvGrpSpPr>
        <p:grpSpPr>
          <a:xfrm>
            <a:off x="3900720" y="1285833"/>
            <a:ext cx="1852628" cy="2644238"/>
            <a:chOff x="4462447" y="2146837"/>
            <a:chExt cx="1852628" cy="264423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C3E6F69-3BD9-1F8B-FBDF-E298E40C3569}"/>
                </a:ext>
              </a:extLst>
            </p:cNvPr>
            <p:cNvGrpSpPr/>
            <p:nvPr/>
          </p:nvGrpSpPr>
          <p:grpSpPr>
            <a:xfrm>
              <a:off x="4992039" y="3701185"/>
              <a:ext cx="723839" cy="1021188"/>
              <a:chOff x="11148915" y="4933043"/>
              <a:chExt cx="723839" cy="1021188"/>
            </a:xfrm>
          </p:grpSpPr>
          <p:pic>
            <p:nvPicPr>
              <p:cNvPr id="49" name="Picture 48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B14AD9B1-63C8-4BB7-A2D7-D3CF52493E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184468" y="4933043"/>
                <a:ext cx="652735" cy="652735"/>
              </a:xfrm>
              <a:prstGeom prst="rect">
                <a:avLst/>
              </a:prstGeom>
            </p:spPr>
          </p:pic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8FDC792-52D9-E589-C92F-A5B8B6D575E5}"/>
                  </a:ext>
                </a:extLst>
              </p:cNvPr>
              <p:cNvSpPr txBox="1"/>
              <p:nvPr/>
            </p:nvSpPr>
            <p:spPr>
              <a:xfrm>
                <a:off x="11148915" y="5538733"/>
                <a:ext cx="723839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1050" dirty="0">
                    <a:latin typeface="Aptos (Body)"/>
                  </a:rPr>
                  <a:t>Wireless Network</a:t>
                </a:r>
                <a:endParaRPr lang="en-US" dirty="0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19A33E5-FB34-6E4D-3BDE-9E16F5E45F7C}"/>
                </a:ext>
              </a:extLst>
            </p:cNvPr>
            <p:cNvGrpSpPr/>
            <p:nvPr/>
          </p:nvGrpSpPr>
          <p:grpSpPr>
            <a:xfrm>
              <a:off x="4969691" y="2502776"/>
              <a:ext cx="723839" cy="1058170"/>
              <a:chOff x="4768376" y="2547845"/>
              <a:chExt cx="723838" cy="1046177"/>
            </a:xfrm>
          </p:grpSpPr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4862706B-BC3C-6B3D-ED4C-7C361DF9ED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90723" y="2547845"/>
                <a:ext cx="652735" cy="594597"/>
              </a:xfrm>
              <a:prstGeom prst="rect">
                <a:avLst/>
              </a:prstGeom>
            </p:spPr>
          </p:pic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42A8C93-A77F-3585-A6AD-45DA816E1B94}"/>
                  </a:ext>
                </a:extLst>
              </p:cNvPr>
              <p:cNvSpPr txBox="1"/>
              <p:nvPr/>
            </p:nvSpPr>
            <p:spPr>
              <a:xfrm>
                <a:off x="4768376" y="3178524"/>
                <a:ext cx="723838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1050" dirty="0">
                    <a:latin typeface="Aptos (Body)"/>
                  </a:rPr>
                  <a:t>Cellular Network</a:t>
                </a:r>
                <a:endParaRPr lang="en-US" dirty="0"/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63FBF66-6D97-F301-F6BF-973639A42E6F}"/>
                </a:ext>
              </a:extLst>
            </p:cNvPr>
            <p:cNvSpPr txBox="1"/>
            <p:nvPr/>
          </p:nvSpPr>
          <p:spPr>
            <a:xfrm>
              <a:off x="4462447" y="2146837"/>
              <a:ext cx="185262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b="1" dirty="0">
                  <a:solidFill>
                    <a:srgbClr val="F39D03"/>
                  </a:solidFill>
                </a:rPr>
                <a:t>Network Connectivity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7406CB9-8270-EEA7-E6ED-0F0431FCBF02}"/>
                </a:ext>
              </a:extLst>
            </p:cNvPr>
            <p:cNvSpPr/>
            <p:nvPr/>
          </p:nvSpPr>
          <p:spPr>
            <a:xfrm>
              <a:off x="4462447" y="2146837"/>
              <a:ext cx="1785953" cy="2644238"/>
            </a:xfrm>
            <a:prstGeom prst="rect">
              <a:avLst/>
            </a:prstGeom>
            <a:noFill/>
            <a:ln w="28575">
              <a:solidFill>
                <a:srgbClr val="EEB5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74DC5DD-B7DE-7735-147C-5E71CF576D96}"/>
              </a:ext>
            </a:extLst>
          </p:cNvPr>
          <p:cNvCxnSpPr>
            <a:stCxn id="7" idx="2"/>
            <a:endCxn id="21" idx="0"/>
          </p:cNvCxnSpPr>
          <p:nvPr/>
        </p:nvCxnSpPr>
        <p:spPr>
          <a:xfrm flipH="1">
            <a:off x="1902946" y="1441728"/>
            <a:ext cx="755" cy="48021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33CA55C-4070-37CC-C796-174724D8F817}"/>
              </a:ext>
            </a:extLst>
          </p:cNvPr>
          <p:cNvCxnSpPr>
            <a:stCxn id="24" idx="2"/>
            <a:endCxn id="41" idx="0"/>
          </p:cNvCxnSpPr>
          <p:nvPr/>
        </p:nvCxnSpPr>
        <p:spPr>
          <a:xfrm>
            <a:off x="1893421" y="3302904"/>
            <a:ext cx="5133" cy="8664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0E7BB21C-83D9-74D1-ED8B-B091A1326CC9}"/>
              </a:ext>
            </a:extLst>
          </p:cNvPr>
          <p:cNvCxnSpPr>
            <a:cxnSpLocks/>
            <a:stCxn id="24" idx="3"/>
            <a:endCxn id="61" idx="1"/>
          </p:cNvCxnSpPr>
          <p:nvPr/>
        </p:nvCxnSpPr>
        <p:spPr>
          <a:xfrm flipV="1">
            <a:off x="2523169" y="2607952"/>
            <a:ext cx="1377551" cy="447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4B4D3F6-2AE7-2A7E-BD22-AC4A6CD30390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>
            <a:off x="1658911" y="5178463"/>
            <a:ext cx="421423" cy="20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832DF1C-3DB4-0204-0F34-543E7173F539}"/>
              </a:ext>
            </a:extLst>
          </p:cNvPr>
          <p:cNvCxnSpPr>
            <a:cxnSpLocks/>
          </p:cNvCxnSpPr>
          <p:nvPr/>
        </p:nvCxnSpPr>
        <p:spPr>
          <a:xfrm>
            <a:off x="5666353" y="3006732"/>
            <a:ext cx="127741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9DF59CB-AF5D-6C6A-7E46-0701027B22A8}"/>
              </a:ext>
            </a:extLst>
          </p:cNvPr>
          <p:cNvGrpSpPr/>
          <p:nvPr/>
        </p:nvGrpSpPr>
        <p:grpSpPr>
          <a:xfrm>
            <a:off x="6740317" y="477982"/>
            <a:ext cx="4230069" cy="4724397"/>
            <a:chOff x="6934793" y="284482"/>
            <a:chExt cx="4230069" cy="472439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08470FF-CD04-94F3-BAE2-A6F52E7E2557}"/>
                </a:ext>
              </a:extLst>
            </p:cNvPr>
            <p:cNvSpPr txBox="1"/>
            <p:nvPr/>
          </p:nvSpPr>
          <p:spPr>
            <a:xfrm>
              <a:off x="8118426" y="338651"/>
              <a:ext cx="187315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b="1" dirty="0">
                  <a:solidFill>
                    <a:srgbClr val="F39D03"/>
                  </a:solidFill>
                </a:rPr>
                <a:t>Remote Infrastructure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396C777-6070-F9CE-49F9-22B110918BB9}"/>
                </a:ext>
              </a:extLst>
            </p:cNvPr>
            <p:cNvGrpSpPr/>
            <p:nvPr/>
          </p:nvGrpSpPr>
          <p:grpSpPr>
            <a:xfrm>
              <a:off x="7158261" y="698179"/>
              <a:ext cx="3770067" cy="4162113"/>
              <a:chOff x="7115957" y="814698"/>
              <a:chExt cx="3770067" cy="4162113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C273511-3FE0-D02D-44F8-0241A12E0AB9}"/>
                  </a:ext>
                </a:extLst>
              </p:cNvPr>
              <p:cNvGrpSpPr/>
              <p:nvPr/>
            </p:nvGrpSpPr>
            <p:grpSpPr>
              <a:xfrm>
                <a:off x="9055004" y="814698"/>
                <a:ext cx="1831020" cy="4162113"/>
                <a:chOff x="6934794" y="530524"/>
                <a:chExt cx="1831020" cy="4162113"/>
              </a:xfrm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2B4EE253-D283-74B1-5F62-054CCEC6235E}"/>
                    </a:ext>
                  </a:extLst>
                </p:cNvPr>
                <p:cNvSpPr/>
                <p:nvPr/>
              </p:nvSpPr>
              <p:spPr>
                <a:xfrm>
                  <a:off x="6934794" y="530524"/>
                  <a:ext cx="1831020" cy="4162113"/>
                </a:xfrm>
                <a:prstGeom prst="rect">
                  <a:avLst/>
                </a:prstGeom>
                <a:noFill/>
                <a:ln w="28575">
                  <a:solidFill>
                    <a:srgbClr val="EEB5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vi-VN" dirty="0"/>
                    <a:t> (Hosted on Lightning.AI)  </a:t>
                  </a: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9F5CD14-DAB4-1535-6258-FB583D30ACD1}"/>
                    </a:ext>
                  </a:extLst>
                </p:cNvPr>
                <p:cNvSpPr txBox="1"/>
                <p:nvPr/>
              </p:nvSpPr>
              <p:spPr>
                <a:xfrm>
                  <a:off x="7083775" y="605400"/>
                  <a:ext cx="1476375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300" b="1" dirty="0">
                      <a:solidFill>
                        <a:srgbClr val="F39D03"/>
                      </a:solidFill>
                    </a:rPr>
                    <a:t>Remote AI server</a:t>
                  </a:r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E0CBD325-5B84-414B-5B5F-E1955A17CAD2}"/>
                    </a:ext>
                  </a:extLst>
                </p:cNvPr>
                <p:cNvGrpSpPr/>
                <p:nvPr/>
              </p:nvGrpSpPr>
              <p:grpSpPr>
                <a:xfrm>
                  <a:off x="7212860" y="1070841"/>
                  <a:ext cx="1209200" cy="1237047"/>
                  <a:chOff x="7968679" y="4751054"/>
                  <a:chExt cx="1209200" cy="1237047"/>
                </a:xfrm>
              </p:grpSpPr>
              <p:grpSp>
                <p:nvGrpSpPr>
                  <p:cNvPr id="75" name="Group 74">
                    <a:extLst>
                      <a:ext uri="{FF2B5EF4-FFF2-40B4-BE49-F238E27FC236}">
                        <a16:creationId xmlns:a16="http://schemas.microsoft.com/office/drawing/2014/main" id="{C5ABA5A5-D03D-83E9-6E80-35D80E96D7EB}"/>
                      </a:ext>
                    </a:extLst>
                  </p:cNvPr>
                  <p:cNvGrpSpPr/>
                  <p:nvPr/>
                </p:nvGrpSpPr>
                <p:grpSpPr>
                  <a:xfrm>
                    <a:off x="7968679" y="4795440"/>
                    <a:ext cx="1209200" cy="1180571"/>
                    <a:chOff x="7968679" y="4795440"/>
                    <a:chExt cx="1209200" cy="1180571"/>
                  </a:xfrm>
                </p:grpSpPr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79ADC2F2-9585-1557-969B-50EF45B4BF4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68679" y="5560513"/>
                      <a:ext cx="1209200" cy="4154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vi-VN" sz="1050" dirty="0">
                          <a:latin typeface="Aptos (Body)"/>
                        </a:rPr>
                        <a:t>FastAPI/LitServe Endpoint</a:t>
                      </a:r>
                      <a:endParaRPr lang="en-US" dirty="0"/>
                    </a:p>
                  </p:txBody>
                </p:sp>
                <p:pic>
                  <p:nvPicPr>
                    <p:cNvPr id="74" name="Picture 73">
                      <a:extLst>
                        <a:ext uri="{FF2B5EF4-FFF2-40B4-BE49-F238E27FC236}">
                          <a16:creationId xmlns:a16="http://schemas.microsoft.com/office/drawing/2014/main" id="{22A46D75-68CE-A4D3-5313-2871356FC8B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8183815" y="4795440"/>
                      <a:ext cx="778928" cy="771715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D87D8592-AB4D-1636-AED3-E30C80E90EDB}"/>
                      </a:ext>
                    </a:extLst>
                  </p:cNvPr>
                  <p:cNvSpPr/>
                  <p:nvPr/>
                </p:nvSpPr>
                <p:spPr>
                  <a:xfrm>
                    <a:off x="8007069" y="4751054"/>
                    <a:ext cx="1132419" cy="1237047"/>
                  </a:xfrm>
                  <a:prstGeom prst="rect">
                    <a:avLst/>
                  </a:prstGeom>
                  <a:noFill/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/>
                  </a:p>
                </p:txBody>
              </p:sp>
            </p:grpSp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C02BCBC3-5F7F-FF58-93D2-1620C50E30A4}"/>
                    </a:ext>
                  </a:extLst>
                </p:cNvPr>
                <p:cNvGrpSpPr/>
                <p:nvPr/>
              </p:nvGrpSpPr>
              <p:grpSpPr>
                <a:xfrm>
                  <a:off x="7320664" y="2686834"/>
                  <a:ext cx="968232" cy="1334974"/>
                  <a:chOff x="9057533" y="3228888"/>
                  <a:chExt cx="968232" cy="1334974"/>
                </a:xfrm>
              </p:grpSpPr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C67527D3-4D7B-0E85-01A8-C1B98E756F8A}"/>
                      </a:ext>
                    </a:extLst>
                  </p:cNvPr>
                  <p:cNvSpPr txBox="1"/>
                  <p:nvPr/>
                </p:nvSpPr>
                <p:spPr>
                  <a:xfrm>
                    <a:off x="9101099" y="3986780"/>
                    <a:ext cx="924666" cy="5770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vi-VN" sz="1050" dirty="0">
                        <a:latin typeface="Aptos (Body)"/>
                      </a:rPr>
                      <a:t>Pytorch Transformer Model</a:t>
                    </a:r>
                    <a:endParaRPr lang="en-US" dirty="0"/>
                  </a:p>
                </p:txBody>
              </p:sp>
              <p:pic>
                <p:nvPicPr>
                  <p:cNvPr id="72" name="Picture 71">
                    <a:extLst>
                      <a:ext uri="{FF2B5EF4-FFF2-40B4-BE49-F238E27FC236}">
                        <a16:creationId xmlns:a16="http://schemas.microsoft.com/office/drawing/2014/main" id="{EDE0F3B2-ACE4-058B-F742-512A0F2C4F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9238597" y="3308314"/>
                    <a:ext cx="657878" cy="662033"/>
                  </a:xfrm>
                  <a:prstGeom prst="rect">
                    <a:avLst/>
                  </a:prstGeom>
                </p:spPr>
              </p:pic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74166EF7-29D6-C0B8-0002-28D66F3BCCF6}"/>
                      </a:ext>
                    </a:extLst>
                  </p:cNvPr>
                  <p:cNvSpPr/>
                  <p:nvPr/>
                </p:nvSpPr>
                <p:spPr>
                  <a:xfrm>
                    <a:off x="9057533" y="3228888"/>
                    <a:ext cx="968232" cy="1334974"/>
                  </a:xfrm>
                  <a:prstGeom prst="rect">
                    <a:avLst/>
                  </a:prstGeom>
                  <a:noFill/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vi-VN"/>
                  </a:p>
                </p:txBody>
              </p:sp>
            </p:grp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8F3E6C48-62AD-1AEA-42A3-19AE218AA378}"/>
                    </a:ext>
                  </a:extLst>
                </p:cNvPr>
                <p:cNvSpPr txBox="1"/>
                <p:nvPr/>
              </p:nvSpPr>
              <p:spPr>
                <a:xfrm>
                  <a:off x="7072190" y="4358059"/>
                  <a:ext cx="1575723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vi-VN" sz="1050" dirty="0">
                      <a:latin typeface="Aptos (Body)"/>
                    </a:rPr>
                    <a:t>(Hosted on Lightning.ai)  </a:t>
                  </a:r>
                </a:p>
              </p:txBody>
            </p:sp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FA8A0752-25D2-EC29-FA65-F4857D4BE7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17459" y="2336463"/>
                  <a:ext cx="1" cy="338164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2C85AA91-FF88-0C31-8A1E-195FE62CD469}"/>
                  </a:ext>
                </a:extLst>
              </p:cNvPr>
              <p:cNvGrpSpPr/>
              <p:nvPr/>
            </p:nvGrpSpPr>
            <p:grpSpPr>
              <a:xfrm>
                <a:off x="7115957" y="2259036"/>
                <a:ext cx="1700538" cy="1273436"/>
                <a:chOff x="9399827" y="2789568"/>
                <a:chExt cx="1700538" cy="1273436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4F7C8471-4714-1960-47CE-0660B0D33F0B}"/>
                    </a:ext>
                  </a:extLst>
                </p:cNvPr>
                <p:cNvSpPr/>
                <p:nvPr/>
              </p:nvSpPr>
              <p:spPr>
                <a:xfrm>
                  <a:off x="9399827" y="2789568"/>
                  <a:ext cx="1700538" cy="1273436"/>
                </a:xfrm>
                <a:prstGeom prst="rect">
                  <a:avLst/>
                </a:prstGeom>
                <a:noFill/>
                <a:ln w="28575">
                  <a:solidFill>
                    <a:srgbClr val="EEB5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1804EACE-58A9-CE3D-B6BB-AEB40F694CFD}"/>
                    </a:ext>
                  </a:extLst>
                </p:cNvPr>
                <p:cNvGrpSpPr/>
                <p:nvPr/>
              </p:nvGrpSpPr>
              <p:grpSpPr>
                <a:xfrm>
                  <a:off x="9739908" y="3097276"/>
                  <a:ext cx="1020374" cy="965727"/>
                  <a:chOff x="9778867" y="1386603"/>
                  <a:chExt cx="1020374" cy="965727"/>
                </a:xfrm>
              </p:grpSpPr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84F84F74-0D87-0E43-39E5-D48D95B8A7FA}"/>
                      </a:ext>
                    </a:extLst>
                  </p:cNvPr>
                  <p:cNvSpPr txBox="1"/>
                  <p:nvPr/>
                </p:nvSpPr>
                <p:spPr>
                  <a:xfrm>
                    <a:off x="9778867" y="2098414"/>
                    <a:ext cx="1020374" cy="2539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vi-VN" sz="1050" dirty="0" err="1">
                        <a:latin typeface="Aptos (Body)"/>
                      </a:rPr>
                      <a:t>iNaturalist</a:t>
                    </a:r>
                    <a:r>
                      <a:rPr lang="vi-VN" sz="1050" dirty="0">
                        <a:latin typeface="Aptos (Body)"/>
                      </a:rPr>
                      <a:t> API</a:t>
                    </a:r>
                  </a:p>
                </p:txBody>
              </p:sp>
              <p:pic>
                <p:nvPicPr>
                  <p:cNvPr id="10" name="Picture 9">
                    <a:extLst>
                      <a:ext uri="{FF2B5EF4-FFF2-40B4-BE49-F238E27FC236}">
                        <a16:creationId xmlns:a16="http://schemas.microsoft.com/office/drawing/2014/main" id="{FF206516-E10E-EE8B-EC16-7E42D503075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9947961" y="1386603"/>
                    <a:ext cx="682186" cy="676175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7065C2F-8A68-756E-6E2E-B9DF80258C73}"/>
                    </a:ext>
                  </a:extLst>
                </p:cNvPr>
                <p:cNvSpPr txBox="1"/>
                <p:nvPr/>
              </p:nvSpPr>
              <p:spPr>
                <a:xfrm>
                  <a:off x="9399827" y="2840181"/>
                  <a:ext cx="1700537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300" b="1" dirty="0">
                      <a:solidFill>
                        <a:srgbClr val="F39D03"/>
                      </a:solidFill>
                    </a:rPr>
                    <a:t>Third Party Services</a:t>
                  </a:r>
                </a:p>
              </p:txBody>
            </p:sp>
          </p:grp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C0C8E92-25D1-0D1F-E02B-41DD9B5948D6}"/>
                </a:ext>
              </a:extLst>
            </p:cNvPr>
            <p:cNvSpPr/>
            <p:nvPr/>
          </p:nvSpPr>
          <p:spPr>
            <a:xfrm>
              <a:off x="6934793" y="284482"/>
              <a:ext cx="4230069" cy="4724397"/>
            </a:xfrm>
            <a:prstGeom prst="rect">
              <a:avLst/>
            </a:prstGeom>
            <a:noFill/>
            <a:ln w="28575">
              <a:solidFill>
                <a:srgbClr val="EEB5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5643A4D-F7E8-BD18-4D4A-5695C599F084}"/>
              </a:ext>
            </a:extLst>
          </p:cNvPr>
          <p:cNvCxnSpPr>
            <a:cxnSpLocks/>
          </p:cNvCxnSpPr>
          <p:nvPr/>
        </p:nvCxnSpPr>
        <p:spPr>
          <a:xfrm>
            <a:off x="5686673" y="1921941"/>
            <a:ext cx="321615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188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B870F-4477-8D07-2FA2-4EDC821F0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678C930-BC1C-7496-4DEB-F7DD89D01D01}"/>
              </a:ext>
            </a:extLst>
          </p:cNvPr>
          <p:cNvGrpSpPr/>
          <p:nvPr/>
        </p:nvGrpSpPr>
        <p:grpSpPr>
          <a:xfrm>
            <a:off x="1022169" y="887457"/>
            <a:ext cx="854012" cy="947801"/>
            <a:chOff x="3070044" y="2011215"/>
            <a:chExt cx="854012" cy="94780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A688F3D-4A5F-0E48-5308-8F3D13AF2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70044" y="2011215"/>
              <a:ext cx="854012" cy="69388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98DBCF-B466-2143-A14D-948FD1C79938}"/>
                </a:ext>
              </a:extLst>
            </p:cNvPr>
            <p:cNvSpPr txBox="1"/>
            <p:nvPr/>
          </p:nvSpPr>
          <p:spPr>
            <a:xfrm>
              <a:off x="3263688" y="2705100"/>
              <a:ext cx="46672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User</a:t>
              </a:r>
              <a:endParaRPr lang="en-US" dirty="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B35C2FC-BD5F-5A60-4322-611604F64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330" y="1153617"/>
            <a:ext cx="868727" cy="8554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5FB1867-30CD-FC27-0289-FF0EEB4B8AE7}"/>
              </a:ext>
            </a:extLst>
          </p:cNvPr>
          <p:cNvSpPr txBox="1"/>
          <p:nvPr/>
        </p:nvSpPr>
        <p:spPr>
          <a:xfrm>
            <a:off x="7615902" y="3376358"/>
            <a:ext cx="15757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050" dirty="0">
                <a:latin typeface="Aptos (Body)"/>
              </a:rPr>
              <a:t>(Hosted on Lightning.AI) 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9C5B8CD-47F3-E288-F2E6-962EE27DC803}"/>
              </a:ext>
            </a:extLst>
          </p:cNvPr>
          <p:cNvGrpSpPr/>
          <p:nvPr/>
        </p:nvGrpSpPr>
        <p:grpSpPr>
          <a:xfrm>
            <a:off x="5941868" y="4673306"/>
            <a:ext cx="1046120" cy="974683"/>
            <a:chOff x="1338019" y="4149302"/>
            <a:chExt cx="1046120" cy="974683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24B0016-9872-93BB-5D52-C52B4971B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16476" y="4207263"/>
              <a:ext cx="670381" cy="662806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1E8D7F7-98FB-7DAD-FB14-6F6A0BF16026}"/>
                </a:ext>
              </a:extLst>
            </p:cNvPr>
            <p:cNvSpPr txBox="1"/>
            <p:nvPr/>
          </p:nvSpPr>
          <p:spPr>
            <a:xfrm>
              <a:off x="1357293" y="4870069"/>
              <a:ext cx="102684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Service worker</a:t>
              </a:r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0285210-66E5-223B-4B39-9C6CEAA7A643}"/>
                </a:ext>
              </a:extLst>
            </p:cNvPr>
            <p:cNvSpPr/>
            <p:nvPr/>
          </p:nvSpPr>
          <p:spPr>
            <a:xfrm>
              <a:off x="1338019" y="4149302"/>
              <a:ext cx="1026846" cy="974683"/>
            </a:xfrm>
            <a:prstGeom prst="rect">
              <a:avLst/>
            </a:prstGeom>
            <a:noFill/>
            <a:ln w="28575">
              <a:solidFill>
                <a:srgbClr val="EEB5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99B54A64-2B6F-7563-D7DD-CAEBEF449131}"/>
              </a:ext>
            </a:extLst>
          </p:cNvPr>
          <p:cNvSpPr/>
          <p:nvPr/>
        </p:nvSpPr>
        <p:spPr>
          <a:xfrm>
            <a:off x="9949192" y="1341224"/>
            <a:ext cx="857992" cy="988067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9814DA-42F7-77FB-DBFC-C210E016FA92}"/>
              </a:ext>
            </a:extLst>
          </p:cNvPr>
          <p:cNvSpPr txBox="1"/>
          <p:nvPr/>
        </p:nvSpPr>
        <p:spPr>
          <a:xfrm>
            <a:off x="447952" y="3429000"/>
            <a:ext cx="200244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F39D03"/>
                </a:solidFill>
              </a:rPr>
              <a:t>Internet access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05DDBE-2ADD-52C2-8D7C-59DB6F34DAA6}"/>
              </a:ext>
            </a:extLst>
          </p:cNvPr>
          <p:cNvSpPr/>
          <p:nvPr/>
        </p:nvSpPr>
        <p:spPr>
          <a:xfrm>
            <a:off x="6768029" y="386674"/>
            <a:ext cx="1476375" cy="1695450"/>
          </a:xfrm>
          <a:prstGeom prst="rect">
            <a:avLst/>
          </a:prstGeom>
          <a:noFill/>
          <a:ln w="28575">
            <a:solidFill>
              <a:srgbClr val="EEB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417276-05FB-3B25-B278-3F4D77D9B884}"/>
              </a:ext>
            </a:extLst>
          </p:cNvPr>
          <p:cNvSpPr txBox="1"/>
          <p:nvPr/>
        </p:nvSpPr>
        <p:spPr>
          <a:xfrm>
            <a:off x="4817454" y="3655716"/>
            <a:ext cx="200244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F39D03"/>
                </a:solidFill>
              </a:rPr>
              <a:t>Internet access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9F15CE6-8246-7B9C-8525-BD51E40338DA}"/>
              </a:ext>
            </a:extLst>
          </p:cNvPr>
          <p:cNvCxnSpPr/>
          <p:nvPr/>
        </p:nvCxnSpPr>
        <p:spPr>
          <a:xfrm>
            <a:off x="11346872" y="1314770"/>
            <a:ext cx="0" cy="24523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111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63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(Body)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16</cp:revision>
  <dcterms:created xsi:type="dcterms:W3CDTF">2025-11-26T02:59:31Z</dcterms:created>
  <dcterms:modified xsi:type="dcterms:W3CDTF">2025-11-28T06:58:14Z</dcterms:modified>
</cp:coreProperties>
</file>