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57" r:id="rId3"/>
    <p:sldId id="259" r:id="rId4"/>
    <p:sldId id="263" r:id="rId5"/>
    <p:sldId id="269" r:id="rId6"/>
    <p:sldId id="267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31" autoAdjust="0"/>
    <p:restoredTop sz="94660"/>
  </p:normalViewPr>
  <p:slideViewPr>
    <p:cSldViewPr snapToGrid="0">
      <p:cViewPr varScale="1">
        <p:scale>
          <a:sx n="82" d="100"/>
          <a:sy n="82" d="100"/>
        </p:scale>
        <p:origin x="816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08-Dec-25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1" y="3093418"/>
            <a:ext cx="11205713" cy="550844"/>
          </a:xfrm>
        </p:spPr>
        <p:txBody>
          <a:bodyPr>
            <a:noAutofit/>
          </a:bodyPr>
          <a:lstStyle/>
          <a:p>
            <a:r>
              <a:rPr lang="vi-VN" sz="3200" dirty="0">
                <a:latin typeface="+mj-lt"/>
              </a:rPr>
              <a:t>GRADUATION THESIS</a:t>
            </a:r>
            <a:endParaRPr lang="en-US" sz="1200" dirty="0">
              <a:latin typeface="+mj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1" y="3754475"/>
            <a:ext cx="11205713" cy="1036706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DEVELOPING A MUSHROOM IDENTIFICATION APPLICATION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84553"/>
            <a:ext cx="11205713" cy="1178711"/>
          </a:xfrm>
        </p:spPr>
        <p:txBody>
          <a:bodyPr/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Dr. Bùi Võ Quốc Bảo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Student: Nguyễn Quang Vinh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ID: B2105727</a:t>
            </a:r>
            <a:endParaRPr lang="vi-V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dirty="0"/>
          </a:p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3281370-D0F5-E071-D9FC-F5C803079515}"/>
              </a:ext>
            </a:extLst>
          </p:cNvPr>
          <p:cNvSpPr txBox="1">
            <a:spLocks/>
          </p:cNvSpPr>
          <p:nvPr/>
        </p:nvSpPr>
        <p:spPr>
          <a:xfrm>
            <a:off x="493141" y="1804495"/>
            <a:ext cx="11205713" cy="1178711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i="0" kern="120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K2D" panose="00000500000000000000" pitchFamily="2" charset="-34"/>
              </a:defRPr>
            </a:lvl1pPr>
          </a:lstStyle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THO UNIVERSITY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SCHOOL OF INFORMATION &amp; COMMUNICATION TECHNOLOGY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TECHNOLOGY HIGH-QUALITY PROGRAM </a:t>
            </a:r>
          </a:p>
        </p:txBody>
      </p:sp>
    </p:spTree>
    <p:extLst>
      <p:ext uri="{BB962C8B-B14F-4D97-AF65-F5344CB8AC3E}">
        <p14:creationId xmlns:p14="http://schemas.microsoft.com/office/powerpoint/2010/main" val="731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D5534-7827-4BC2-AA37-164B475ACC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ACE8DF-BE37-4B49-9A1D-4D0FC8ACB3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357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27A9-2D24-7DD4-711A-8CB14A03C5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C92DC9-95C6-3F7E-358C-74EA3AFBDE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F88E9EB-6098-7FA2-3FE3-73843C61604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7D34A94-EE84-38E4-F7AF-2FE7FC5F950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C5B678-ACF6-FE90-8CFB-3B621A94E63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549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CB2B2D0-1A3D-0A19-ACDA-80946FFFD0A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AFB83-9D50-997B-AF31-5F8F137E63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pPr algn="ctr"/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877F63-C278-FE3B-B6EC-0C51F56E8DD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E53B1E6-8A43-B479-A6FD-F32C20979F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pPr algn="ctr"/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2E860E9-45EE-8256-9B0F-C88A1665CD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037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icture Placeholder 79">
            <a:extLst>
              <a:ext uri="{FF2B5EF4-FFF2-40B4-BE49-F238E27FC236}">
                <a16:creationId xmlns:a16="http://schemas.microsoft.com/office/drawing/2014/main" id="{F093B2DB-8BE8-A46A-4714-37C5898CB6F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8" name="Title 77">
            <a:extLst>
              <a:ext uri="{FF2B5EF4-FFF2-40B4-BE49-F238E27FC236}">
                <a16:creationId xmlns:a16="http://schemas.microsoft.com/office/drawing/2014/main" id="{501A25FC-5A3B-300D-8001-38AC2982CF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9" name="Subtitle 78">
            <a:extLst>
              <a:ext uri="{FF2B5EF4-FFF2-40B4-BE49-F238E27FC236}">
                <a16:creationId xmlns:a16="http://schemas.microsoft.com/office/drawing/2014/main" id="{25975101-BA6B-3E8F-BACA-58D4B16FBF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1" name="Picture Placeholder 80">
            <a:extLst>
              <a:ext uri="{FF2B5EF4-FFF2-40B4-BE49-F238E27FC236}">
                <a16:creationId xmlns:a16="http://schemas.microsoft.com/office/drawing/2014/main" id="{712CDDDF-DB29-99C8-A185-54F6B0FCAF4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>
            <a:normAutofit fontScale="250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301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4929</TotalTime>
  <Words>44</Words>
  <Application>Microsoft Office PowerPoint</Application>
  <PresentationFormat>Widescreen</PresentationFormat>
  <Paragraphs>10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Barlow</vt:lpstr>
      <vt:lpstr>K2D</vt:lpstr>
      <vt:lpstr>Readex Pro</vt:lpstr>
      <vt:lpstr>Times New Roman</vt:lpstr>
      <vt:lpstr>Office Theme</vt:lpstr>
      <vt:lpstr>GRADUATION THESIS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249</cp:revision>
  <dcterms:created xsi:type="dcterms:W3CDTF">2022-07-01T08:15:51Z</dcterms:created>
  <dcterms:modified xsi:type="dcterms:W3CDTF">2025-12-08T07:15:32Z</dcterms:modified>
</cp:coreProperties>
</file>