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71" r:id="rId2"/>
    <p:sldId id="259" r:id="rId3"/>
    <p:sldId id="280" r:id="rId4"/>
    <p:sldId id="282" r:id="rId5"/>
    <p:sldId id="287" r:id="rId6"/>
    <p:sldId id="286" r:id="rId7"/>
    <p:sldId id="281" r:id="rId8"/>
    <p:sldId id="284" r:id="rId9"/>
    <p:sldId id="299" r:id="rId10"/>
    <p:sldId id="292" r:id="rId11"/>
    <p:sldId id="296" r:id="rId12"/>
    <p:sldId id="293" r:id="rId13"/>
    <p:sldId id="294" r:id="rId14"/>
    <p:sldId id="295" r:id="rId15"/>
    <p:sldId id="298" r:id="rId16"/>
    <p:sldId id="297" r:id="rId17"/>
    <p:sldId id="274" r:id="rId18"/>
    <p:sldId id="303" r:id="rId19"/>
    <p:sldId id="304" r:id="rId20"/>
    <p:sldId id="305" r:id="rId21"/>
    <p:sldId id="285" r:id="rId22"/>
    <p:sldId id="279" r:id="rId23"/>
    <p:sldId id="301" r:id="rId24"/>
    <p:sldId id="275" r:id="rId25"/>
    <p:sldId id="276" r:id="rId26"/>
    <p:sldId id="277" r:id="rId27"/>
    <p:sldId id="278" r:id="rId28"/>
    <p:sldId id="273" r:id="rId29"/>
    <p:sldId id="272" r:id="rId30"/>
    <p:sldId id="270" r:id="rId31"/>
    <p:sldId id="261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F5CAA"/>
    <a:srgbClr val="CCFFFF"/>
    <a:srgbClr val="00AFEF"/>
    <a:srgbClr val="FFFFFF"/>
    <a:srgbClr val="27ACE3"/>
    <a:srgbClr val="1F5CA9"/>
    <a:srgbClr val="F2F2F2"/>
    <a:srgbClr val="000000"/>
    <a:srgbClr val="D9D9D9"/>
    <a:srgbClr val="BABAB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353" autoAdjust="0"/>
    <p:restoredTop sz="95033" autoAdjust="0"/>
  </p:normalViewPr>
  <p:slideViewPr>
    <p:cSldViewPr snapToGrid="0">
      <p:cViewPr>
        <p:scale>
          <a:sx n="100" d="100"/>
          <a:sy n="100" d="100"/>
        </p:scale>
        <p:origin x="912" y="31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BB93D1-677A-4727-ACB1-B4ED1776CBF7}" type="datetimeFigureOut">
              <a:rPr lang="vi-VN" smtClean="0"/>
              <a:t>16/12/2025</a:t>
            </a:fld>
            <a:endParaRPr lang="vi-V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vi-V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7E2EB4-AAAC-4D92-8F4B-6C8B3AB9BD3F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04596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Hello, I am Quang Vinh, thanks for coming to my thesis defense presentation today, which is titled: “Developing a Mushroom Identification Application. Advised by Dr. BVQB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055503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</a:rPr>
              <a:t>The presentation is organized into four parts:</a:t>
            </a:r>
          </a:p>
          <a:p>
            <a:r>
              <a:rPr lang="en-US" dirty="0"/>
              <a:t>1. The Introduction</a:t>
            </a:r>
          </a:p>
          <a:p>
            <a:r>
              <a:rPr lang="en-US" dirty="0"/>
              <a:t>2. Then Theoretical basis and systems analysis</a:t>
            </a:r>
          </a:p>
          <a:p>
            <a:r>
              <a:rPr lang="en-US" dirty="0"/>
              <a:t>3. Then Implementation</a:t>
            </a:r>
          </a:p>
          <a:p>
            <a:r>
              <a:rPr lang="en-US" dirty="0"/>
              <a:t>4. And the Conclusion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580376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43415-7EBD-A612-8A1C-EB47D1833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02404F-B406-4B93-3B6C-E7E9346A72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E2D42B-071C-F252-6B4F-4B1E242D6A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 is known that mushroom identification is a difficult task for most beginner due to how similar most mushroom species looks.</a:t>
            </a:r>
          </a:p>
          <a:p>
            <a:endParaRPr lang="en-US" dirty="0"/>
          </a:p>
          <a:p>
            <a:r>
              <a:rPr lang="en-US" dirty="0"/>
              <a:t>Which spawn errors despite prior knowledge </a:t>
            </a:r>
          </a:p>
          <a:p>
            <a:endParaRPr lang="en-US" dirty="0"/>
          </a:p>
          <a:p>
            <a:r>
              <a:rPr lang="en-US" dirty="0"/>
              <a:t>And With the increase in interest for foraging, there has been demand a tool that is beginner friendly </a:t>
            </a:r>
          </a:p>
          <a:p>
            <a:r>
              <a:rPr lang="en-US" dirty="0"/>
              <a:t>| |</a:t>
            </a:r>
          </a:p>
          <a:p>
            <a:r>
              <a:rPr lang="en-US" dirty="0"/>
              <a:t>without having deal with an expensive subscription model or the ever-annoying freemium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93B383-1197-5B90-5491-9869AD46B9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50165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E6FE5-5835-F215-3BF1-F551AE28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4CD891-1745-3D4E-32C0-5634413340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CE8D24-F21D-F0F1-B43F-809B30D628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And thus spawn this thesis that aims to develop a beginner-friendly Android application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| |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that supports safe mushroom identification, promotes safe foraging practices, and self-learning for the hobby.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C6F906-A6B3-D27E-DDF9-5472453685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962537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FA186-4E97-B32C-CB95-367D51CE5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9CBF99-0445-A8B4-CC30-A8EE736BD7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4681A7-6397-5802-6723-19A5ADF421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Objectives:</a:t>
            </a:r>
            <a:br>
              <a:rPr lang="en-US" dirty="0"/>
            </a:br>
            <a:r>
              <a:rPr lang="en-US" dirty="0"/>
              <a:t>Build an app that combine AI-based image identification that stored inferred result locally with a search feature and interactable map delivered with a fast client-server architecture and intuitive UI/UX</a:t>
            </a:r>
          </a:p>
          <a:p>
            <a:endParaRPr lang="en-US" dirty="0"/>
          </a:p>
          <a:p>
            <a:r>
              <a:rPr lang="en-US" dirty="0"/>
              <a:t>As for the scope: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1. The application is built with Flutter that  integration with the iNaturalist API.</a:t>
            </a:r>
          </a:p>
          <a:p>
            <a:r>
              <a:rPr lang="en-US" dirty="0">
                <a:effectLst/>
              </a:rPr>
              <a:t>2. While server-side inference used PyTorch on Lightning.ai,</a:t>
            </a:r>
          </a:p>
          <a:p>
            <a:r>
              <a:rPr lang="en-US" dirty="0">
                <a:effectLst/>
              </a:rPr>
              <a:t>3. Local SQLite and bunded JSON handle storage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80C2D1-12FB-7C63-1363-91B8CFDB79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839160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72541-DEED-BCEE-CB89-BEF6788E6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484DC5-FD32-89A5-736D-CE8B4597AE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92E3A4-ACDE-BE64-9113-8D1F38A08C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Key technologies employed include:</a:t>
            </a:r>
          </a:p>
          <a:p>
            <a:r>
              <a:rPr lang="en-US" dirty="0"/>
              <a:t>1. Flutter and Dart for the UI </a:t>
            </a:r>
          </a:p>
          <a:p>
            <a:r>
              <a:rPr lang="en-US" dirty="0"/>
              <a:t>2. SQLite and JSON for local storage </a:t>
            </a:r>
          </a:p>
          <a:p>
            <a:r>
              <a:rPr lang="en-US" dirty="0"/>
              <a:t>3. OpenStreetMap (via </a:t>
            </a:r>
            <a:r>
              <a:rPr lang="af-ZA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CARTO Basemap)</a:t>
            </a:r>
            <a:r>
              <a:rPr lang="en-US" dirty="0"/>
              <a:t> with the iNaturalist API for the interactive map feature</a:t>
            </a:r>
          </a:p>
          <a:p>
            <a:r>
              <a:rPr lang="en-US" dirty="0"/>
              <a:t>4. PyTorch and Kaggle for training and testing the model</a:t>
            </a:r>
          </a:p>
          <a:p>
            <a:r>
              <a:rPr lang="en-US" dirty="0"/>
              <a:t>5. FastAPI and LitServe on Lightning.ai for deploying the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EC0437-1D13-CE63-FA6A-FBB3279272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8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606965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C9864-09C4-6054-51AE-EF6145664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447CCC-3455-EB21-8BCD-2FE5D89A2B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ED74A4-0917-7F79-352A-367026DCD2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used is &lt;&gt; Google – Vit base patch 16 224 pretrained on ImageNet 21k:</a:t>
            </a:r>
          </a:p>
          <a:p>
            <a:r>
              <a:rPr lang="en-US" dirty="0"/>
              <a:t>1. Good for identifying subtle details and complex textures</a:t>
            </a:r>
          </a:p>
          <a:p>
            <a:r>
              <a:rPr lang="en-US" dirty="0"/>
              <a:t>2. And It deliver higher accuracy than the 3 CNN models used for the baseline on the custom dataset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7E5CA7-A5B7-5F79-F8FD-B8F4C922A2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9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3752735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E6DF9-98E7-F510-0D5F-BBCF612DF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CCBDA3-4B0A-DA14-E409-F783E546D1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2DC791-FCFA-4470-DBFE-5DEB6A7CD8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The dataset is 80 classes with 200 samples each result in exactly 16,000 samples total</a:t>
            </a:r>
          </a:p>
          <a:p>
            <a:pPr marL="228600" indent="-228600">
              <a:buAutoNum type="arabicPeriod"/>
            </a:pPr>
            <a:r>
              <a:rPr lang="en-US" dirty="0"/>
              <a:t>Sourced mostly from iNaturalist with the rest coming from Kaggle, WildFoodUK site and various other personal blogs.</a:t>
            </a:r>
          </a:p>
          <a:p>
            <a:pPr marL="228600" indent="-228600">
              <a:buAutoNum type="arabicPeriod"/>
            </a:pPr>
            <a:r>
              <a:rPr lang="en-US" dirty="0"/>
              <a:t>The Dataset is split with the ratio 8:1:1 for the training, validation and test set respectively</a:t>
            </a:r>
          </a:p>
          <a:p>
            <a:pPr marL="228600" indent="-228600">
              <a:buAutoNum type="arabicPeriod"/>
            </a:pPr>
            <a:r>
              <a:rPr lang="en-US" dirty="0"/>
              <a:t>The train set is augmented with the usual suspect of flips, rotate, blur, noise, etc. to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improve generalization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2EA1BE-1AAB-B530-E513-CED8E1AFF0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10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545741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71C3B-60FD-F78E-A32E-F4A18C59A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15225B-C97F-EFC7-FF19-BD9B5A4EE2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00390B-EEB3-B425-B18C-53FA91AFAE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subsequence slides show the overview of the system architecture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E2C4C8-4964-A2CD-4890-EBE340A1E8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33638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4E520-8007-473F-1EAD-F11A63BDD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569434-C290-0358-EADD-2A95BF7707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B74D49-C1CE-653B-4198-1DE2391C55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8A0187-9FF7-9E37-C7E5-DCF6518897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1377544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B3396-8EFB-AC40-C9B9-C8A02B1B0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593095-1250-74A2-8FEA-D18CDF56EB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9406BA-D775-5E24-CC87-01AEC7BE04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 identification feature workflow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2FC894-8887-E41F-68A1-6FB66A4DFD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13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579411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56FBD-0661-75B0-3AEB-412282480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4FB34C-BABD-A445-0976-9515A6FA90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F5B446-C20E-03E4-CE1F-853F60004F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History feature workflow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3A8BA3-7BBB-7A0E-05DC-BC3E0D8711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0333250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79DA3-338F-F953-3358-49FAD474A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0F6E29-33D2-A133-68F9-BC4AAD2B3C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FC116D-FEC2-2414-C630-193A317A0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Search feature workflow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EE85BF-F63C-3CB4-D6A3-14CEA2DF68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254263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F6867-6F68-B9EF-701E-FBD4BCA19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1EE5AF-4427-B6EB-2BA1-4B77AC871D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CAD67D-E363-F74B-B957-56B2F3304B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Forage map feature workflow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30A3C-4E71-CF74-7374-FD218724DE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77214679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 the precision, recall and F1 score for each of 80 classes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18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78824701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 from those result calculate the average of those metrics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19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83406365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did the AUC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20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30893079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 of the implementation the Vision transformer model achieved consistently higher scores than all baseline model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9312521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Marco-Averaged F1 Score Curves of ViT (top-left), ResNet-50 (top-right), EfficientNetB4 (bottom-left) and MobileNetV3 (bottom-right)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83723206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Marco-Averaged ROC Curves of ViT (top-left), ResNet-50 (top-right), EfficientNetB4 (bottom-left) and MobileNetV3 (bottom-right)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23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37854732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following are the UI implementation for the Mushroom identification feature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6364804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History feature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43092758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Search feature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0747572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 finally the forage map feature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27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41615042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ACHIVED: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In conclusion the app </a:t>
            </a:r>
            <a:r>
              <a:rPr lang="en-US" dirty="0">
                <a:effectLst/>
              </a:rPr>
              <a:t>successfully delivered a beginner-friendly Android application that feature:</a:t>
            </a:r>
            <a:br>
              <a:rPr lang="en-US" dirty="0">
                <a:effectLst/>
              </a:rPr>
            </a:br>
            <a:r>
              <a:rPr lang="en-US" dirty="0">
                <a:effectLst/>
              </a:rPr>
              <a:t>1. real-time image recognition with local result storage,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2. keyword-searchable mushroom database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3. and an interactive map integrated with iNaturalist.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LIMITATIONS:</a:t>
            </a:r>
            <a:br>
              <a:rPr lang="en-US" dirty="0"/>
            </a:br>
            <a:r>
              <a:rPr lang="en-US" dirty="0">
                <a:effectLst/>
              </a:rPr>
              <a:t>Current limitations include: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dirty="0">
                <a:effectLst/>
              </a:rPr>
              <a:t>a relatively constrained dataset, 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dirty="0">
                <a:effectLst/>
              </a:rPr>
              <a:t>incomplete mitigation of overfitting, 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dirty="0">
                <a:effectLst/>
              </a:rPr>
              <a:t>suboptimal accuracy on certain classes,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dirty="0">
                <a:effectLst/>
              </a:rPr>
              <a:t>and some features—particularly advanced search and map functionality—remaining underdeveloped.</a:t>
            </a:r>
          </a:p>
          <a:p>
            <a:endParaRPr lang="vi-V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29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6728102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</a:rPr>
              <a:t>Future improvements may involve:</a:t>
            </a:r>
          </a:p>
          <a:p>
            <a:pPr marL="228600" indent="-228600">
              <a:buAutoNum type="arabicPeriod"/>
            </a:pPr>
            <a:r>
              <a:rPr lang="en-US" dirty="0">
                <a:effectLst/>
              </a:rPr>
              <a:t>expanding recognition to additional wild edibles using multi-task or specialized models, </a:t>
            </a:r>
          </a:p>
          <a:p>
            <a:pPr marL="228600" indent="-228600">
              <a:buAutoNum type="arabicPeriod"/>
            </a:pPr>
            <a:r>
              <a:rPr lang="en-US" dirty="0">
                <a:effectLst/>
              </a:rPr>
              <a:t>adopting larger ViT variants, enhancing the dataset and augmentation strategies, </a:t>
            </a:r>
          </a:p>
          <a:p>
            <a:pPr marL="228600" indent="-228600">
              <a:buAutoNum type="arabicPeriod"/>
            </a:pPr>
            <a:r>
              <a:rPr lang="en-US" dirty="0">
                <a:effectLst/>
              </a:rPr>
              <a:t>upgrading the search function to a natural-language chatbot powered by a small LLM, </a:t>
            </a:r>
          </a:p>
          <a:p>
            <a:pPr marL="228600" indent="-228600">
              <a:buAutoNum type="arabicPeriod"/>
            </a:pPr>
            <a:r>
              <a:rPr lang="en-US" dirty="0">
                <a:effectLst/>
              </a:rPr>
              <a:t>and further enriching the forage map with user-contributed observations.</a:t>
            </a:r>
          </a:p>
          <a:p>
            <a:pPr marL="228600" indent="-228600">
              <a:buAutoNum type="arabicPeriod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30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85544104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</a:rPr>
              <a:t>This concludes my presentation.</a:t>
            </a:r>
          </a:p>
          <a:p>
            <a:endParaRPr lang="en-US" dirty="0"/>
          </a:p>
          <a:p>
            <a:r>
              <a:rPr lang="en-US" dirty="0"/>
              <a:t>Thank you for listening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31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4056512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5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rgbClr val="1F5CA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493144" y="2008231"/>
            <a:ext cx="11205713" cy="1855310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>
                <a:solidFill>
                  <a:schemeClr val="bg1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493144" y="3863542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4C28A5F-55DF-474B-BB6F-9232AF06D3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65071" y="682737"/>
            <a:ext cx="1061859" cy="1062060"/>
          </a:xfrm>
          <a:prstGeom prst="rect">
            <a:avLst/>
          </a:prstGeom>
        </p:spPr>
      </p:pic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4924425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 dirty="0"/>
              <a:t>Click to add presenter | Date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4782423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00C3C4B-7EB0-A799-EF60-7E7B2A1A5D71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A5889A1F-7953-5C39-8687-FF30BEEED6A0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F2EFB534-7696-D26C-4ED3-9370C4BF548C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7CEBF6C9-F2A0-D7EA-46F2-E2BED25E4EEB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AFC287AC-3830-D280-1DFB-099F1C622FC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14220" y="6478829"/>
            <a:ext cx="8961120" cy="113469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DFDF354-0251-FE65-2C5F-25380E57F03B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76B934B-7F60-9EFE-CEAF-A531BBACD851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BAF9606-2A17-830C-304D-88D56EDB1C4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4ADAA7A-04F6-2616-50B0-A84AF6F98FE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BF1CC2D-4F33-60C3-D015-EE4B3346464B}"/>
              </a:ext>
            </a:extLst>
          </p:cNvPr>
          <p:cNvSpPr txBox="1"/>
          <p:nvPr userDrawn="1"/>
        </p:nvSpPr>
        <p:spPr>
          <a:xfrm>
            <a:off x="10502962" y="6467840"/>
            <a:ext cx="14830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Date Placeholder 3">
            <a:extLst>
              <a:ext uri="{FF2B5EF4-FFF2-40B4-BE49-F238E27FC236}">
                <a16:creationId xmlns:a16="http://schemas.microsoft.com/office/drawing/2014/main" id="{1C43A459-4626-2124-180B-282157DA333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16-Dec-25</a:t>
            </a:fld>
            <a:endParaRPr lang="en-US"/>
          </a:p>
        </p:txBody>
      </p:sp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386F145B-841B-1EA7-87E9-B007B9A54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785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493144" y="2008231"/>
            <a:ext cx="11205713" cy="1855310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>
                <a:solidFill>
                  <a:srgbClr val="0070C0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493144" y="3863542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>
                <a:solidFill>
                  <a:srgbClr val="0070C0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4C28A5F-55DF-474B-BB6F-9232AF06D3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65071" y="682679"/>
            <a:ext cx="1061859" cy="1062177"/>
          </a:xfrm>
          <a:prstGeom prst="rect">
            <a:avLst/>
          </a:prstGeom>
        </p:spPr>
      </p:pic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4924425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rgbClr val="00AFEF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 dirty="0"/>
              <a:t>Click to add presenter | Date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4782423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1F92E844-1828-0F51-3BFD-DF527D65BF8F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C0BC67-81A5-AC24-0BB4-9D1D3E835D94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2AE1EA0-6222-87BA-38C9-866FE8F2830D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C606771-B50F-5EF5-AF4C-183C88EEC70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7A8AD8D-BBBE-FFAE-563D-62AF760A44A6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FF63336F-2FD5-E8B2-B179-80665CF8D4BA}"/>
              </a:ext>
            </a:extLst>
          </p:cNvPr>
          <p:cNvSpPr txBox="1"/>
          <p:nvPr userDrawn="1"/>
        </p:nvSpPr>
        <p:spPr>
          <a:xfrm>
            <a:off x="10520713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8A62A7F-4A0D-8203-BB6A-E6AFE62BD36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32917" y="6481985"/>
            <a:ext cx="8961120" cy="113469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8649E161-4DC5-D15C-6DAE-AE38C664B5F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16-Dec-25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CDD46289-EAED-BF63-CD78-95A65C49B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790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no logo">
    <p:bg>
      <p:bgPr>
        <a:solidFill>
          <a:srgbClr val="1F5CA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493144" y="686872"/>
            <a:ext cx="11205713" cy="2200204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>
                <a:solidFill>
                  <a:schemeClr val="bg1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493144" y="2887077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3947960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 dirty="0"/>
              <a:t>Click to add presenter | Date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3805958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9948C5E-76A7-F702-69DB-282464E77641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9456AD05-D0D5-B566-5464-905D6E126C9B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E39BB277-D677-7122-583C-E2DA058F670A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3FE1A5C2-1028-7EF7-EC88-4F04EC7380D2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559C80C0-1870-FEE9-A583-DA16235CCD7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14220" y="6478829"/>
            <a:ext cx="8961120" cy="113469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2171C3B7-8353-DD25-5B07-10A1A6F4602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04368F2-C88A-4D70-3B44-7581ADC71E22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3AE119F-50AD-2187-F53D-C029A648621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19CCA49-4386-8CF5-117B-E4BFC03A7367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222ECB67-A862-ED3E-EF70-A151EAE406AD}"/>
              </a:ext>
            </a:extLst>
          </p:cNvPr>
          <p:cNvSpPr txBox="1"/>
          <p:nvPr userDrawn="1"/>
        </p:nvSpPr>
        <p:spPr>
          <a:xfrm>
            <a:off x="10502962" y="6467840"/>
            <a:ext cx="14830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3B8820C-ED70-91BD-0EE7-9365C8F15B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16-Dec-25</a:t>
            </a:fld>
            <a:endParaRPr lang="en-US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89BB8B7F-E65A-2B23-CBF8-A125DD29FC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8657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hite P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/>
          <p:cNvSpPr>
            <a:spLocks noGrp="1"/>
          </p:cNvSpPr>
          <p:nvPr userDrawn="1">
            <p:ph type="ctrTitle"/>
          </p:nvPr>
        </p:nvSpPr>
        <p:spPr>
          <a:xfrm>
            <a:off x="1443567" y="1773238"/>
            <a:ext cx="10029565" cy="1655762"/>
          </a:xfrm>
        </p:spPr>
        <p:txBody>
          <a:bodyPr anchor="b" anchorCtr="0">
            <a:noAutofit/>
          </a:bodyPr>
          <a:lstStyle>
            <a:lvl1pPr algn="l">
              <a:defRPr sz="4000" b="1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/>
          </p:nvPr>
        </p:nvSpPr>
        <p:spPr>
          <a:xfrm>
            <a:off x="1443566" y="3428999"/>
            <a:ext cx="10029565" cy="796491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3200">
                <a:solidFill>
                  <a:srgbClr val="00AFEF"/>
                </a:solidFill>
                <a:latin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30" name="Picture 2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466" y="2942152"/>
            <a:ext cx="292100" cy="292100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D6870833-A090-2FC4-5912-C2D6C88612AA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3A4C1548-DAF8-7811-AD5C-086ADE642C95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5DF397E-0964-19E3-3D29-4BF5AE20ED69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1D6A55E-FCEC-1A21-4FB9-1AF1ED781E5C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1A7836A-4A30-2561-AA4B-98F38D1A9F06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4C04067-9571-D949-58CF-3A60577C57A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A4F8271-FD06-2438-CFB7-3F76D9497620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CDADCF46-A404-DF10-F07D-A239C8E9440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4" name="Date Placeholder 3">
            <a:extLst>
              <a:ext uri="{FF2B5EF4-FFF2-40B4-BE49-F238E27FC236}">
                <a16:creationId xmlns:a16="http://schemas.microsoft.com/office/drawing/2014/main" id="{978CCFED-7040-5747-0179-1AF652ABB72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16-Dec-25</a:t>
            </a:fld>
            <a:endParaRPr lang="en-US"/>
          </a:p>
        </p:txBody>
      </p:sp>
      <p:sp>
        <p:nvSpPr>
          <p:cNvPr id="35" name="Footer Placeholder 4">
            <a:extLst>
              <a:ext uri="{FF2B5EF4-FFF2-40B4-BE49-F238E27FC236}">
                <a16:creationId xmlns:a16="http://schemas.microsoft.com/office/drawing/2014/main" id="{98DD7559-E714-D42A-A835-F976F04366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492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Blue Background"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1443567" y="1773238"/>
            <a:ext cx="10029565" cy="1655762"/>
          </a:xfrm>
        </p:spPr>
        <p:txBody>
          <a:bodyPr anchor="b" anchorCtr="0">
            <a:noAutofit/>
          </a:bodyPr>
          <a:lstStyle>
            <a:lvl1pPr algn="l">
              <a:defRPr sz="4000"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1443566" y="3428999"/>
            <a:ext cx="10029565" cy="796491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3200">
                <a:solidFill>
                  <a:schemeClr val="bg1"/>
                </a:solidFill>
                <a:latin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9066" y="2914650"/>
            <a:ext cx="364657" cy="36465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0407ADE-1691-B221-3DBE-A0668F67DFAD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D34C1E1A-F6EE-479B-62C5-AAA2AF44D763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0CF4A6C1-BB6F-E2E1-2B44-FAD2A1B1382F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C836B12-C2E7-7458-8EEF-C0E54C0712FC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702B1A35-3625-44F2-B450-96259B3697C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66896" y="6488271"/>
            <a:ext cx="8961120" cy="11336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D5BAB25-FCB5-FAAB-5765-8D4ACA9B262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B09F01B-7545-EE0B-CCDB-EA38604EB38F}"/>
              </a:ext>
            </a:extLst>
          </p:cNvPr>
          <p:cNvSpPr/>
          <p:nvPr userDrawn="1"/>
        </p:nvSpPr>
        <p:spPr>
          <a:xfrm>
            <a:off x="11577955" y="6548263"/>
            <a:ext cx="340536" cy="17037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0B09E43-1817-D52E-1B93-2D03B69FBBF9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340A8E4-7C5F-7F57-1FD7-2B62EB3A0CA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1401AA1-7975-3594-DC27-3B15A19D2BF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86A1549-5E94-2A55-30E3-4C7A2D1E8077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4698C5B0-03A7-5383-3EC8-3710BCD55816}"/>
              </a:ext>
            </a:extLst>
          </p:cNvPr>
          <p:cNvSpPr txBox="1"/>
          <p:nvPr userDrawn="1"/>
        </p:nvSpPr>
        <p:spPr>
          <a:xfrm>
            <a:off x="10099117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2" name="Date Placeholder 3">
            <a:extLst>
              <a:ext uri="{FF2B5EF4-FFF2-40B4-BE49-F238E27FC236}">
                <a16:creationId xmlns:a16="http://schemas.microsoft.com/office/drawing/2014/main" id="{EE419B5B-7A9D-F950-9502-52863B41714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16-Dec-25</a:t>
            </a:fld>
            <a:endParaRPr lang="en-US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04DAFEAD-AB29-262E-41C9-C3201759F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445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0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52005"/>
            <a:ext cx="10515600" cy="1325563"/>
          </a:xfrm>
        </p:spPr>
        <p:txBody>
          <a:bodyPr>
            <a:normAutofit/>
          </a:bodyPr>
          <a:lstStyle>
            <a:lvl1pPr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 marL="0" indent="0" algn="just">
              <a:lnSpc>
                <a:spcPct val="100000"/>
              </a:lnSpc>
              <a:spcBef>
                <a:spcPts val="1200"/>
              </a:spcBef>
              <a:buNone/>
              <a:defRPr sz="2400">
                <a:latin typeface="Readex Pro" pitchFamily="2" charset="-78"/>
                <a:cs typeface="Readex Pro" pitchFamily="2" charset="-78"/>
              </a:defRPr>
            </a:lvl1pPr>
            <a:lvl2pPr marL="457200" indent="0" algn="just">
              <a:lnSpc>
                <a:spcPct val="100000"/>
              </a:lnSpc>
              <a:buNone/>
              <a:defRPr sz="2400">
                <a:latin typeface="Readex Pro" pitchFamily="2" charset="-78"/>
                <a:cs typeface="Readex Pro" pitchFamily="2" charset="-78"/>
              </a:defRPr>
            </a:lvl2pPr>
            <a:lvl3pPr marL="914400" indent="0" algn="just">
              <a:lnSpc>
                <a:spcPct val="100000"/>
              </a:lnSpc>
              <a:buNone/>
              <a:defRPr sz="2000">
                <a:latin typeface="Readex Pro" pitchFamily="2" charset="-78"/>
                <a:cs typeface="Readex Pro" pitchFamily="2" charset="-78"/>
              </a:defRPr>
            </a:lvl3pPr>
            <a:lvl4pPr marL="13716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4pPr>
            <a:lvl5pPr marL="18288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972A86A-A3D6-70DE-0206-BB773A444275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AF733AF-6C3E-C1DE-BF08-4108C35CB05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BC96F8B-987B-47C3-DC48-3B2EC5C98BF8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9E896E5-AB0B-ABF2-F541-548D70DF16AA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1E7016E-5C25-89AC-E3E9-89EB47F0A810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D33B369-34FD-38B1-40F4-836D92B18F93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2CF3CD0-0780-0107-D9DB-DE3A0686537F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0" name="Picture 29">
            <a:extLst>
              <a:ext uri="{FF2B5EF4-FFF2-40B4-BE49-F238E27FC236}">
                <a16:creationId xmlns:a16="http://schemas.microsoft.com/office/drawing/2014/main" id="{116B1A76-6786-C06A-D6C0-A0BC7A7F25B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1" name="Date Placeholder 3">
            <a:extLst>
              <a:ext uri="{FF2B5EF4-FFF2-40B4-BE49-F238E27FC236}">
                <a16:creationId xmlns:a16="http://schemas.microsoft.com/office/drawing/2014/main" id="{9005CE5F-4F8E-66A1-F81A-540454C06D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16-Dec-25</a:t>
            </a:fld>
            <a:endParaRPr lang="en-US"/>
          </a:p>
        </p:txBody>
      </p:sp>
      <p:sp>
        <p:nvSpPr>
          <p:cNvPr id="32" name="Footer Placeholder 4">
            <a:extLst>
              <a:ext uri="{FF2B5EF4-FFF2-40B4-BE49-F238E27FC236}">
                <a16:creationId xmlns:a16="http://schemas.microsoft.com/office/drawing/2014/main" id="{6E2CA9E6-1E82-4B20-FB07-FD5250BFF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131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52005"/>
            <a:ext cx="10515600" cy="1325563"/>
          </a:xfrm>
        </p:spPr>
        <p:txBody>
          <a:bodyPr>
            <a:normAutofit/>
          </a:bodyPr>
          <a:lstStyle>
            <a:lvl1pPr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 marL="0" indent="0" algn="just">
              <a:lnSpc>
                <a:spcPct val="100000"/>
              </a:lnSpc>
              <a:spcBef>
                <a:spcPts val="1200"/>
              </a:spcBef>
              <a:buNone/>
              <a:defRPr sz="2400">
                <a:latin typeface="Readex Pro" pitchFamily="2" charset="-78"/>
                <a:cs typeface="Readex Pro" pitchFamily="2" charset="-78"/>
              </a:defRPr>
            </a:lvl1pPr>
            <a:lvl2pPr marL="457200" indent="0" algn="just">
              <a:lnSpc>
                <a:spcPct val="100000"/>
              </a:lnSpc>
              <a:buNone/>
              <a:defRPr sz="2400">
                <a:latin typeface="Readex Pro" pitchFamily="2" charset="-78"/>
                <a:cs typeface="Readex Pro" pitchFamily="2" charset="-78"/>
              </a:defRPr>
            </a:lvl2pPr>
            <a:lvl3pPr marL="914400" indent="0" algn="just">
              <a:lnSpc>
                <a:spcPct val="100000"/>
              </a:lnSpc>
              <a:buNone/>
              <a:defRPr sz="2000">
                <a:latin typeface="Readex Pro" pitchFamily="2" charset="-78"/>
                <a:cs typeface="Readex Pro" pitchFamily="2" charset="-78"/>
              </a:defRPr>
            </a:lvl3pPr>
            <a:lvl4pPr marL="13716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4pPr>
            <a:lvl5pPr marL="18288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6CEE1D6-0A80-8A7D-310B-2F6B434F47E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1C97F628-B079-2940-2E4F-049E98731294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D8560CBA-FB38-D549-7788-5A7F86AD1A8F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4B756CF-635F-2E57-8722-72C3D8408D40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A44B8DB-D90F-26D8-B105-AECC09EE310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95BB7A6-D4CE-39DA-0C0F-8FA03C1C3893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F0C7246-1027-A415-A357-8ED6859B41A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65A1153-1465-6C9E-072E-0CB9EA95C83A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4" name="Picture 23">
            <a:extLst>
              <a:ext uri="{FF2B5EF4-FFF2-40B4-BE49-F238E27FC236}">
                <a16:creationId xmlns:a16="http://schemas.microsoft.com/office/drawing/2014/main" id="{63DC1F8A-1143-0496-727C-A5E2853ADB4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C79EA280-7079-2671-7431-D4C8A282BD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16-Dec-25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8BECDF71-9E3F-1FDA-7294-59E6E4045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589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Left - Placeholder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6B71F910-DD42-8802-386F-AA27E891E30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 userDrawn="1">
            <p:ph type="ctrTitle"/>
          </p:nvPr>
        </p:nvSpPr>
        <p:spPr>
          <a:xfrm>
            <a:off x="514350" y="1125114"/>
            <a:ext cx="446722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/>
          </p:nvPr>
        </p:nvSpPr>
        <p:spPr>
          <a:xfrm>
            <a:off x="514348" y="2885650"/>
            <a:ext cx="4467229" cy="224454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9" name="Content Placeholder 9"/>
          <p:cNvSpPr>
            <a:spLocks noGrp="1"/>
          </p:cNvSpPr>
          <p:nvPr userDrawn="1">
            <p:ph sz="quarter" idx="12"/>
          </p:nvPr>
        </p:nvSpPr>
        <p:spPr>
          <a:xfrm>
            <a:off x="5667375" y="1125114"/>
            <a:ext cx="5381626" cy="3952875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5C457288-A298-8307-CA3A-BCC9B567B11A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5A4107E3-FCC1-2FA8-940D-66942BC6AEA9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AAE776-427C-454C-BFB3-E077817B15D9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90771E7-4B20-1F40-140A-4B261F8E428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CD22E2F-B2A6-D479-E446-9453ECC03987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8D558C3-688C-AE5D-7773-5245FB2D1C5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DEC6A0FB-F699-CD35-E089-2BA15C86614F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5" name="Picture 24">
            <a:extLst>
              <a:ext uri="{FF2B5EF4-FFF2-40B4-BE49-F238E27FC236}">
                <a16:creationId xmlns:a16="http://schemas.microsoft.com/office/drawing/2014/main" id="{DBA8FFA0-0FBE-EFB1-2CB7-431B66DFA7A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21FF757A-9B60-2BBB-5CA6-A10C29CC4C6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16-Dec-25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DE528345-AB37-A617-0E65-50934E1E4B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197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ceholder Left - Title Righ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036A66E2-7787-687B-3553-97FAF9109CA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 userDrawn="1">
            <p:ph type="ctrTitle"/>
          </p:nvPr>
        </p:nvSpPr>
        <p:spPr>
          <a:xfrm>
            <a:off x="6737350" y="1332588"/>
            <a:ext cx="446722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/>
          </p:nvPr>
        </p:nvSpPr>
        <p:spPr>
          <a:xfrm>
            <a:off x="6737348" y="3093124"/>
            <a:ext cx="4467229" cy="2192339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9" name="Content Placeholder 9"/>
          <p:cNvSpPr>
            <a:spLocks noGrp="1"/>
          </p:cNvSpPr>
          <p:nvPr userDrawn="1">
            <p:ph sz="quarter" idx="12"/>
          </p:nvPr>
        </p:nvSpPr>
        <p:spPr>
          <a:xfrm>
            <a:off x="624706" y="1332588"/>
            <a:ext cx="5381626" cy="3952875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7" name="Picture 16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884EA878-CEF8-6FB2-A540-C6A97C21EAF8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DA66E662-A492-8194-8ADC-3598CFA592DC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9218C06-B8B4-2F96-C140-7BA78387F4C3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A0EE1EC-9EC8-D030-C6C2-5FAAFD036837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54EBD89-8FC7-F26D-23AE-AAB67F8274D2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7BA63AE-E9B0-994C-3D89-26F246E87C8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9AD3D64-DCBC-C25B-3D52-B8EFE45118CE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5" name="Picture 24">
            <a:extLst>
              <a:ext uri="{FF2B5EF4-FFF2-40B4-BE49-F238E27FC236}">
                <a16:creationId xmlns:a16="http://schemas.microsoft.com/office/drawing/2014/main" id="{228C82C3-CBBB-F4F2-8ED2-54CA733BBDC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1F522C1A-84E2-80A8-C6F7-B05A1C8A39C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16-Dec-25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4E85E39C-F5A6-84A8-D43C-44C336DDB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098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4787900" cy="6858000"/>
          </a:xfrm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16" name="Title 1"/>
          <p:cNvSpPr>
            <a:spLocks noGrp="1"/>
          </p:cNvSpPr>
          <p:nvPr>
            <p:ph type="ctrTitle"/>
          </p:nvPr>
        </p:nvSpPr>
        <p:spPr>
          <a:xfrm>
            <a:off x="5626100" y="1109534"/>
            <a:ext cx="595947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>
            <p:ph type="subTitle" idx="1"/>
          </p:nvPr>
        </p:nvSpPr>
        <p:spPr>
          <a:xfrm>
            <a:off x="5626098" y="2870070"/>
            <a:ext cx="5959480" cy="2502381"/>
          </a:xfrm>
        </p:spPr>
        <p:txBody>
          <a:bodyPr anchor="t" anchorCtr="0">
            <a:noAutofit/>
          </a:bodyPr>
          <a:lstStyle>
            <a:lvl1pPr marL="0" indent="0" algn="just">
              <a:lnSpc>
                <a:spcPct val="100000"/>
              </a:lnSpc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7" name="Rectangle 16"/>
          <p:cNvSpPr/>
          <p:nvPr userDrawn="1"/>
        </p:nvSpPr>
        <p:spPr>
          <a:xfrm>
            <a:off x="4787899" y="0"/>
            <a:ext cx="116779" cy="6858000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14" name="Picture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5106" y="241300"/>
            <a:ext cx="292100" cy="292100"/>
          </a:xfrm>
          <a:prstGeom prst="rect">
            <a:avLst/>
          </a:prstGeom>
        </p:spPr>
      </p:pic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0F0BCA23-68B0-63A7-A73B-EFC23283BDC5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363CD6AD-4253-51A2-A566-BB6B7D849D86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83A458-D564-08E2-48BE-8576EA6126DD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071C8A4-C658-2658-0973-AA88EDE1D461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8366489-BD44-2B4C-DDA0-3AD9135A43AB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E722696-6207-C6F8-AD0A-3AC757C034B8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2ED87827-8B15-2E13-32B7-99C6EC9889F7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C3BA3247-1921-72DB-7520-8D4E50C9904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D910A593-E300-33C3-FBE8-D93BACDD6C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16-Dec-25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D2501568-239C-83F7-5DD0-657DBF00C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931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>
            <a:extLst>
              <a:ext uri="{FF2B5EF4-FFF2-40B4-BE49-F238E27FC236}">
                <a16:creationId xmlns:a16="http://schemas.microsoft.com/office/drawing/2014/main" id="{F9E864A0-20A2-BDEB-4706-A5E83DDFA48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rot="2700000">
            <a:off x="781863" y="1310095"/>
            <a:ext cx="3916148" cy="3910374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>
            <p:ph type="ctrTitle"/>
          </p:nvPr>
        </p:nvSpPr>
        <p:spPr>
          <a:xfrm>
            <a:off x="5575300" y="769938"/>
            <a:ext cx="595947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>
            <p:ph type="subTitle" idx="1"/>
          </p:nvPr>
        </p:nvSpPr>
        <p:spPr>
          <a:xfrm>
            <a:off x="5575298" y="2530474"/>
            <a:ext cx="5959480" cy="3550350"/>
          </a:xfrm>
        </p:spPr>
        <p:txBody>
          <a:bodyPr anchor="t" anchorCtr="0">
            <a:noAutofit/>
          </a:bodyPr>
          <a:lstStyle>
            <a:lvl1pPr marL="0" indent="0" algn="just">
              <a:lnSpc>
                <a:spcPct val="100000"/>
              </a:lnSpc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8A90EEE0-CD8C-2ACB-25F9-50BB8997F9B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38976" y="127568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  <p:sp>
        <p:nvSpPr>
          <p:cNvPr id="24" name="Picture Placeholder 22">
            <a:extLst>
              <a:ext uri="{FF2B5EF4-FFF2-40B4-BE49-F238E27FC236}">
                <a16:creationId xmlns:a16="http://schemas.microsoft.com/office/drawing/2014/main" id="{DDDAF3A5-8C80-403E-4204-D45A798228F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38976" y="3365543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  <p:sp>
        <p:nvSpPr>
          <p:cNvPr id="25" name="Picture Placeholder 22">
            <a:extLst>
              <a:ext uri="{FF2B5EF4-FFF2-40B4-BE49-F238E27FC236}">
                <a16:creationId xmlns:a16="http://schemas.microsoft.com/office/drawing/2014/main" id="{1442A5B8-CFC4-5FD2-2AD5-A6E2BE31C3D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032811" y="1752381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8BE5A7E-5F20-6A38-5D19-14DA476864C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2776" y="2393663"/>
            <a:ext cx="1716960" cy="171747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386DC99-8F32-11E9-983C-B3C39D2459F4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3D1BD4B-6E3C-FAF0-9C5D-40A11B8635C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70977BD-8ECF-5110-F1F4-0937C2E1125A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866D88B-91F5-F3BF-F212-0F4AE14A651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DBE89AD-C6CF-2A50-8DC2-85D9791E461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9D9B3C8-41F7-9472-9833-36699C4652B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0AB2170-F31A-5854-12E4-933981ADDC3E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7" name="Picture 26">
            <a:extLst>
              <a:ext uri="{FF2B5EF4-FFF2-40B4-BE49-F238E27FC236}">
                <a16:creationId xmlns:a16="http://schemas.microsoft.com/office/drawing/2014/main" id="{7CB6D149-9BC6-BE51-71B6-D144F8192FB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9" name="Date Placeholder 3">
            <a:extLst>
              <a:ext uri="{FF2B5EF4-FFF2-40B4-BE49-F238E27FC236}">
                <a16:creationId xmlns:a16="http://schemas.microsoft.com/office/drawing/2014/main" id="{F8523E06-FA89-E334-682A-F7E2E1F114E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16-Dec-25</a:t>
            </a:fld>
            <a:endParaRPr lang="en-US"/>
          </a:p>
        </p:txBody>
      </p:sp>
      <p:sp>
        <p:nvSpPr>
          <p:cNvPr id="30" name="Footer Placeholder 4">
            <a:extLst>
              <a:ext uri="{FF2B5EF4-FFF2-40B4-BE49-F238E27FC236}">
                <a16:creationId xmlns:a16="http://schemas.microsoft.com/office/drawing/2014/main" id="{20FC346D-E32C-F851-0C12-1AF7BAC4E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413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/>
          <p:cNvGrpSpPr/>
          <p:nvPr userDrawn="1"/>
        </p:nvGrpSpPr>
        <p:grpSpPr>
          <a:xfrm>
            <a:off x="170156" y="134614"/>
            <a:ext cx="3918888" cy="6192390"/>
            <a:chOff x="125766" y="134614"/>
            <a:chExt cx="3918888" cy="6192390"/>
          </a:xfrm>
        </p:grpSpPr>
        <p:sp>
          <p:nvSpPr>
            <p:cNvPr id="16" name="Rectangle 15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7" name="Rectangle 16"/>
            <p:cNvSpPr/>
            <p:nvPr userDrawn="1"/>
          </p:nvSpPr>
          <p:spPr>
            <a:xfrm>
              <a:off x="125766" y="134614"/>
              <a:ext cx="3918888" cy="54884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3332" y="2190750"/>
            <a:ext cx="3335867" cy="3761528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23333" y="481807"/>
            <a:ext cx="3335866" cy="1570038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12"/>
          </p:nvPr>
        </p:nvSpPr>
        <p:spPr>
          <a:xfrm>
            <a:off x="4210050" y="1233577"/>
            <a:ext cx="7685088" cy="4882552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7565" y="285479"/>
            <a:ext cx="457200" cy="457200"/>
          </a:xfrm>
          <a:prstGeom prst="rect">
            <a:avLst/>
          </a:prstGeom>
        </p:spPr>
      </p:pic>
      <p:pic>
        <p:nvPicPr>
          <p:cNvPr id="23" name="Picture 22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6DD19746-30EB-A83A-D21A-F1B9E16D247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92E2A0A4-5A53-F038-F5EB-BD8F1E5AFD7F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1F6732-8091-1AE1-6E1D-6954DC3EA4F0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9A0811A-4588-6194-86AC-E194A3F1DFA6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DD4FBC2-A787-B800-17C5-0A781E726CD1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5EFD89B-7B87-AF4F-814F-0AA460F23D1B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41C4A7F-7300-21FE-EA50-16E1A5A77E98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7" name="Picture 26">
            <a:extLst>
              <a:ext uri="{FF2B5EF4-FFF2-40B4-BE49-F238E27FC236}">
                <a16:creationId xmlns:a16="http://schemas.microsoft.com/office/drawing/2014/main" id="{45B877AE-7BB3-BD6D-0542-D559E200917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8" name="Date Placeholder 3">
            <a:extLst>
              <a:ext uri="{FF2B5EF4-FFF2-40B4-BE49-F238E27FC236}">
                <a16:creationId xmlns:a16="http://schemas.microsoft.com/office/drawing/2014/main" id="{6016BCA3-25B1-AB94-888D-5DD70978FD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16-Dec-25</a:t>
            </a:fld>
            <a:endParaRPr lang="en-US"/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4DAE0421-35C8-A44D-DB29-498D0E126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0626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Top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 userDrawn="1"/>
        </p:nvGrpSpPr>
        <p:grpSpPr>
          <a:xfrm>
            <a:off x="152386" y="134613"/>
            <a:ext cx="11887228" cy="2275212"/>
            <a:chOff x="125766" y="134611"/>
            <a:chExt cx="3918888" cy="6192393"/>
          </a:xfrm>
        </p:grpSpPr>
        <p:sp>
          <p:nvSpPr>
            <p:cNvPr id="8" name="Rectangle 7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125766" y="134611"/>
              <a:ext cx="3918888" cy="124432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191250" y="465934"/>
            <a:ext cx="5229225" cy="1634339"/>
          </a:xfrm>
        </p:spPr>
        <p:txBody>
          <a:bodyPr wrap="square">
            <a:noAutofit/>
          </a:bodyPr>
          <a:lstStyle>
            <a:lvl1pPr marL="0" indent="0" algn="l">
              <a:lnSpc>
                <a:spcPct val="15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4705" y="3223632"/>
            <a:ext cx="4928369" cy="1420849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/>
          </p:nvPr>
        </p:nvSpPr>
        <p:spPr>
          <a:xfrm>
            <a:off x="625089" y="438150"/>
            <a:ext cx="4927600" cy="2619375"/>
          </a:xfrm>
          <a:solidFill>
            <a:schemeClr val="bg1"/>
          </a:solidFill>
          <a:ln w="38100">
            <a:noFill/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19" name="Rectangle 18"/>
          <p:cNvSpPr/>
          <p:nvPr userDrawn="1"/>
        </p:nvSpPr>
        <p:spPr>
          <a:xfrm>
            <a:off x="624706" y="3062972"/>
            <a:ext cx="4927984" cy="88554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9DE2B706-8307-6ED5-F877-389B0B29796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9466" y="2644402"/>
            <a:ext cx="3453753" cy="3402396"/>
          </a:xfrm>
          <a:prstGeom prst="rect">
            <a:avLst/>
          </a:prstGeom>
        </p:spPr>
      </p:pic>
      <p:pic>
        <p:nvPicPr>
          <p:cNvPr id="37" name="Picture 3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3815" y="2177429"/>
            <a:ext cx="457200" cy="457200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D56579B3-3250-5A93-A619-C502AF4378C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00BC45EF-8099-BFBE-CB9B-3D5894AB918C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4B97C89-93B1-15A9-90AD-50C9C5302608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047C513-B9CB-E55A-A268-4D351439A6E6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2BC9A06-D004-8B99-6028-4768BCA72E0F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4DAD25D-CCE9-7A57-F420-B77E78152291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4DDC1981-6459-59D5-0815-171F02D5ED1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D1245F4A-AB03-5AB1-0A83-90E93017E30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FEBFB8CF-A0C2-3CAE-ED9D-44D609BD99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16-Dec-25</a:t>
            </a:fld>
            <a:endParaRPr lang="en-US"/>
          </a:p>
        </p:txBody>
      </p:sp>
      <p:sp>
        <p:nvSpPr>
          <p:cNvPr id="31" name="Footer Placeholder 4">
            <a:extLst>
              <a:ext uri="{FF2B5EF4-FFF2-40B4-BE49-F238E27FC236}">
                <a16:creationId xmlns:a16="http://schemas.microsoft.com/office/drawing/2014/main" id="{1FA38EFC-6D53-C543-BD40-EAB93D109D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2556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Bott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 userDrawn="1"/>
        </p:nvGrpSpPr>
        <p:grpSpPr>
          <a:xfrm>
            <a:off x="152386" y="3979538"/>
            <a:ext cx="11887228" cy="2275212"/>
            <a:chOff x="125766" y="134611"/>
            <a:chExt cx="3918888" cy="6192393"/>
          </a:xfrm>
        </p:grpSpPr>
        <p:sp>
          <p:nvSpPr>
            <p:cNvPr id="8" name="Rectangle 7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125766" y="134611"/>
              <a:ext cx="3918888" cy="124432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41485" y="4229011"/>
            <a:ext cx="5229225" cy="1634339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569891" y="811935"/>
            <a:ext cx="5229225" cy="1420849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/>
          </p:nvPr>
        </p:nvSpPr>
        <p:spPr>
          <a:xfrm>
            <a:off x="6720704" y="2860675"/>
            <a:ext cx="4927600" cy="2619375"/>
          </a:xfrm>
          <a:solidFill>
            <a:schemeClr val="bg1"/>
          </a:solidFill>
          <a:ln w="38100">
            <a:noFill/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19" name="Rectangle 18"/>
          <p:cNvSpPr/>
          <p:nvPr userDrawn="1"/>
        </p:nvSpPr>
        <p:spPr>
          <a:xfrm>
            <a:off x="6720704" y="2772120"/>
            <a:ext cx="4928369" cy="88554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2CD997C6-547B-2702-8F85-89942F1AB17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3842" y="373388"/>
            <a:ext cx="3453753" cy="3402396"/>
          </a:xfrm>
          <a:prstGeom prst="rect">
            <a:avLst/>
          </a:prstGeom>
        </p:spPr>
      </p:pic>
      <p:pic>
        <p:nvPicPr>
          <p:cNvPr id="36" name="Picture 35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222467" y="3759764"/>
            <a:ext cx="457200" cy="457200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CB3FECD7-B809-C513-A765-543A8AA0930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A5F4ED96-5A50-7897-C9D3-D6C5F7F24644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5E1B64-47A0-177B-E38E-FFCB1BFB7F03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8D30235-6AFE-D5FB-9E67-891624ADA5E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668F9CF-08F2-8D07-00BA-ACA2889A7903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243AC87-0F13-59D7-0A50-B5018743B78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D41F68F-BF55-4FE9-5090-3BEA11863EEA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D671AF42-A968-E709-F974-3786306B76E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05C9C037-721A-EE13-7858-CB03EA8D60D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16-Dec-25</a:t>
            </a:fld>
            <a:endParaRPr lang="en-US"/>
          </a:p>
        </p:txBody>
      </p:sp>
      <p:sp>
        <p:nvSpPr>
          <p:cNvPr id="31" name="Footer Placeholder 4">
            <a:extLst>
              <a:ext uri="{FF2B5EF4-FFF2-40B4-BE49-F238E27FC236}">
                <a16:creationId xmlns:a16="http://schemas.microsoft.com/office/drawing/2014/main" id="{1947D90C-2FFF-4BCF-955E-477E804FC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3943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ser Informa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 userDrawn="1"/>
        </p:nvSpPr>
        <p:spPr>
          <a:xfrm>
            <a:off x="0" y="2580549"/>
            <a:ext cx="12192000" cy="107901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501972" y="3856819"/>
            <a:ext cx="7445428" cy="2304603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600" b="0" i="0">
                <a:solidFill>
                  <a:srgbClr val="000000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503437" y="2747660"/>
            <a:ext cx="7443963" cy="904404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1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Click to edit name</a:t>
            </a:r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2584938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Cover Photo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 hasCustomPrompt="1"/>
          </p:nvPr>
        </p:nvSpPr>
        <p:spPr>
          <a:xfrm>
            <a:off x="664144" y="1144291"/>
            <a:ext cx="2601302" cy="2606040"/>
          </a:xfrm>
          <a:prstGeom prst="ellipse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bg1"/>
            </a:solidFill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Avatar</a:t>
            </a:r>
          </a:p>
        </p:txBody>
      </p:sp>
      <p:sp>
        <p:nvSpPr>
          <p:cNvPr id="19" name="Rectangle 18"/>
          <p:cNvSpPr/>
          <p:nvPr userDrawn="1"/>
        </p:nvSpPr>
        <p:spPr>
          <a:xfrm>
            <a:off x="3631224" y="3726827"/>
            <a:ext cx="1820007" cy="45719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4" hasCustomPrompt="1"/>
          </p:nvPr>
        </p:nvSpPr>
        <p:spPr>
          <a:xfrm>
            <a:off x="10348756" y="4679980"/>
            <a:ext cx="1574800" cy="1589422"/>
          </a:xfrm>
        </p:spPr>
        <p:txBody>
          <a:bodyPr anchor="ctr" anchorCtr="1"/>
          <a:lstStyle>
            <a:lvl1pPr marL="0" indent="0">
              <a:buNone/>
              <a:defRPr baseline="0">
                <a:latin typeface="K2D" panose="00000500000000000000" pitchFamily="2" charset="-34"/>
              </a:defRPr>
            </a:lvl1pPr>
          </a:lstStyle>
          <a:p>
            <a:r>
              <a:rPr lang="en-US"/>
              <a:t>QR Code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8399B61-C397-6E24-154B-55AEE91F31F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9319" y="3749686"/>
            <a:ext cx="2513362" cy="2475989"/>
          </a:xfrm>
          <a:prstGeom prst="rect">
            <a:avLst/>
          </a:prstGeom>
        </p:spPr>
      </p:pic>
      <p:pic>
        <p:nvPicPr>
          <p:cNvPr id="35" name="Picture 3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9872" y="3047462"/>
            <a:ext cx="292100" cy="292100"/>
          </a:xfrm>
          <a:prstGeom prst="rect">
            <a:avLst/>
          </a:prstGeom>
        </p:spPr>
      </p:pic>
      <p:pic>
        <p:nvPicPr>
          <p:cNvPr id="26" name="Picture 25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DCF3A4AC-8C33-1F5F-4FCF-36E48B971DE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31EE6362-FF42-B158-14D7-791E563A4063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BBCA2BB-3905-70EA-8E3B-4C4C23F4B242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3DE44E1-B632-C94B-C2E5-B6511AB5D1A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09379C1-1F55-27CD-8F20-239AEED92B48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9B14EA4-6EC6-3850-7D93-4497D01D4F95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B51D4C4-7625-4EBC-C374-BA7371251471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D8720C55-B1E8-DEB6-C7AB-97941AEE105A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994FD199-97C2-38C6-8106-E7B191AA6B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16-Dec-25</a:t>
            </a:fld>
            <a:endParaRPr lang="en-US"/>
          </a:p>
        </p:txBody>
      </p:sp>
      <p:sp>
        <p:nvSpPr>
          <p:cNvPr id="31" name="Footer Placeholder 4">
            <a:extLst>
              <a:ext uri="{FF2B5EF4-FFF2-40B4-BE49-F238E27FC236}">
                <a16:creationId xmlns:a16="http://schemas.microsoft.com/office/drawing/2014/main" id="{7108A6F0-993E-B1CF-C4F9-364A0D5218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504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93886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600" b="1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919678"/>
            <a:ext cx="5046661" cy="823912"/>
          </a:xfrm>
        </p:spPr>
        <p:txBody>
          <a:bodyPr anchor="b">
            <a:normAutofit/>
          </a:bodyPr>
          <a:lstStyle>
            <a:lvl1pPr marL="0" indent="0">
              <a:buNone/>
              <a:defRPr lang="en-US" sz="2800" b="1" kern="1200" dirty="0" smtClean="0">
                <a:solidFill>
                  <a:srgbClr val="00AFEF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5" name="Content Placeholder 9"/>
          <p:cNvSpPr>
            <a:spLocks noGrp="1"/>
          </p:cNvSpPr>
          <p:nvPr>
            <p:ph sz="quarter" idx="12"/>
          </p:nvPr>
        </p:nvSpPr>
        <p:spPr>
          <a:xfrm>
            <a:off x="839788" y="3006726"/>
            <a:ext cx="5046662" cy="3109402"/>
          </a:xfrm>
        </p:spPr>
        <p:txBody>
          <a:bodyPr>
            <a:normAutofit/>
          </a:bodyPr>
          <a:lstStyle>
            <a:lvl1pPr marL="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2" name="Text Placeholder 2"/>
          <p:cNvSpPr>
            <a:spLocks noGrp="1"/>
          </p:cNvSpPr>
          <p:nvPr>
            <p:ph type="body" idx="13"/>
          </p:nvPr>
        </p:nvSpPr>
        <p:spPr>
          <a:xfrm>
            <a:off x="6308727" y="1919678"/>
            <a:ext cx="5046661" cy="823912"/>
          </a:xfrm>
        </p:spPr>
        <p:txBody>
          <a:bodyPr anchor="b">
            <a:normAutofit/>
          </a:bodyPr>
          <a:lstStyle>
            <a:lvl1pPr marL="0" indent="0">
              <a:buNone/>
              <a:defRPr lang="en-US" sz="2800" b="1" kern="1200" dirty="0" smtClean="0">
                <a:solidFill>
                  <a:srgbClr val="00AFEF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3" name="Content Placeholder 9"/>
          <p:cNvSpPr>
            <a:spLocks noGrp="1"/>
          </p:cNvSpPr>
          <p:nvPr>
            <p:ph sz="quarter" idx="14"/>
          </p:nvPr>
        </p:nvSpPr>
        <p:spPr>
          <a:xfrm>
            <a:off x="6308726" y="3006726"/>
            <a:ext cx="5046662" cy="3109402"/>
          </a:xfrm>
        </p:spPr>
        <p:txBody>
          <a:bodyPr>
            <a:normAutofit/>
          </a:bodyPr>
          <a:lstStyle>
            <a:lvl1pPr marL="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32" name="Picture 3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88507"/>
            <a:ext cx="292100" cy="292100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EB6A1C3F-E095-6603-EB6A-4692D7DC4D7F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2D484E77-EB85-6D96-B62E-324A0D7B3563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FD5F61A-FC38-10EB-9F34-BDAF8DF522A3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199F45F-CE0A-F387-F44D-1D30A1F7C6D9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4F60203-170A-C54E-4359-94613593BE27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A28C187-091A-1C47-C59F-5206838AE8E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40BE4EB-93C3-DE8A-E5FE-5F7784F916F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821A8640-C550-B1AE-0B4C-F969DC9A61D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40A9790D-D392-1687-4196-57E7AF2AC7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16-Dec-25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1B874F62-0481-F0D1-C531-35980622F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461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ll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3"/>
          <p:cNvSpPr>
            <a:spLocks noGrp="1"/>
          </p:cNvSpPr>
          <p:nvPr>
            <p:ph type="pic" sz="quarter" idx="13" hasCustomPrompt="1"/>
          </p:nvPr>
        </p:nvSpPr>
        <p:spPr>
          <a:xfrm>
            <a:off x="741487" y="465301"/>
            <a:ext cx="36576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400" b="0" i="0" kern="1200" baseline="0" dirty="0">
                <a:solidFill>
                  <a:schemeClr val="tx1"/>
                </a:solidFill>
                <a:latin typeface="Readex Pro" pitchFamily="2" charset="-78"/>
                <a:ea typeface="+mn-ea"/>
                <a:cs typeface="Readex Pro" pitchFamily="2" charset="-78"/>
              </a:defRPr>
            </a:lvl1pPr>
          </a:lstStyle>
          <a:p>
            <a:r>
              <a:rPr lang="en-US" dirty="0"/>
              <a:t>Insert photo #1</a:t>
            </a:r>
          </a:p>
        </p:txBody>
      </p:sp>
      <p:sp>
        <p:nvSpPr>
          <p:cNvPr id="17" name="Picture Placeholder 4"/>
          <p:cNvSpPr>
            <a:spLocks noGrp="1"/>
          </p:cNvSpPr>
          <p:nvPr>
            <p:ph type="pic" sz="quarter" idx="12" hasCustomPrompt="1"/>
          </p:nvPr>
        </p:nvSpPr>
        <p:spPr>
          <a:xfrm>
            <a:off x="4678998" y="465301"/>
            <a:ext cx="3571623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#2</a:t>
            </a:r>
          </a:p>
        </p:txBody>
      </p:sp>
      <p:sp>
        <p:nvSpPr>
          <p:cNvPr id="18" name="Picture Placeholder 5"/>
          <p:cNvSpPr>
            <a:spLocks noGrp="1"/>
          </p:cNvSpPr>
          <p:nvPr>
            <p:ph type="pic" sz="quarter" idx="15" hasCustomPrompt="1"/>
          </p:nvPr>
        </p:nvSpPr>
        <p:spPr>
          <a:xfrm>
            <a:off x="8530533" y="474155"/>
            <a:ext cx="27432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#3</a:t>
            </a:r>
          </a:p>
        </p:txBody>
      </p:sp>
      <p:sp>
        <p:nvSpPr>
          <p:cNvPr id="20" name="Picture Placeholder 7"/>
          <p:cNvSpPr>
            <a:spLocks noGrp="1"/>
          </p:cNvSpPr>
          <p:nvPr>
            <p:ph type="pic" sz="quarter" idx="14" hasCustomPrompt="1"/>
          </p:nvPr>
        </p:nvSpPr>
        <p:spPr>
          <a:xfrm>
            <a:off x="7484734" y="3450874"/>
            <a:ext cx="3788999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#5</a:t>
            </a:r>
          </a:p>
        </p:txBody>
      </p:sp>
      <p:sp>
        <p:nvSpPr>
          <p:cNvPr id="21" name="Picture Placeholder 8"/>
          <p:cNvSpPr>
            <a:spLocks noGrp="1"/>
          </p:cNvSpPr>
          <p:nvPr>
            <p:ph type="pic" sz="quarter" idx="16" hasCustomPrompt="1"/>
          </p:nvPr>
        </p:nvSpPr>
        <p:spPr>
          <a:xfrm>
            <a:off x="741485" y="3450874"/>
            <a:ext cx="64770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#4</a:t>
            </a:r>
          </a:p>
        </p:txBody>
      </p:sp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2748535E-1DD2-7B67-FDAB-C062065B5FBE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1AD74DFB-3387-82CA-DCBC-554151885FBE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92A8137-C994-2B6F-C3A5-BD9618F8FF3F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178CE0C-4765-B88E-0528-CE00C820B779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13D7AA8-6FFC-F2C3-785E-062ECC4ED589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569E49A-EDDB-7575-6801-C788712B8151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6D4431F-E9C5-9BF5-9401-B2EFB1930B04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EC0A2792-06AE-7615-A081-77FCBDDEB34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7BD2C8B8-1DA8-CC71-639A-9C33900D933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16-Dec-25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92FC2236-5102-CDC0-2E5E-2AA120B7C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976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Straight Connector 16"/>
          <p:cNvCxnSpPr/>
          <p:nvPr userDrawn="1"/>
        </p:nvCxnSpPr>
        <p:spPr>
          <a:xfrm>
            <a:off x="6096000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Picture Placeholder 4"/>
          <p:cNvSpPr>
            <a:spLocks noGrp="1"/>
          </p:cNvSpPr>
          <p:nvPr>
            <p:ph type="pic" sz="quarter" idx="13"/>
          </p:nvPr>
        </p:nvSpPr>
        <p:spPr>
          <a:xfrm>
            <a:off x="897765" y="1162050"/>
            <a:ext cx="4697377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 dirty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19" name="Picture Placeholder 4"/>
          <p:cNvSpPr>
            <a:spLocks noGrp="1"/>
          </p:cNvSpPr>
          <p:nvPr>
            <p:ph type="pic" sz="quarter" idx="14"/>
          </p:nvPr>
        </p:nvSpPr>
        <p:spPr>
          <a:xfrm>
            <a:off x="6597297" y="1162050"/>
            <a:ext cx="4697377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22" name="Text Placeholder 20"/>
          <p:cNvSpPr>
            <a:spLocks noGrp="1"/>
          </p:cNvSpPr>
          <p:nvPr>
            <p:ph type="body" sz="quarter" idx="16"/>
          </p:nvPr>
        </p:nvSpPr>
        <p:spPr>
          <a:xfrm>
            <a:off x="898361" y="3302000"/>
            <a:ext cx="469574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3" name="Text Placeholder 20"/>
          <p:cNvSpPr>
            <a:spLocks noGrp="1"/>
          </p:cNvSpPr>
          <p:nvPr>
            <p:ph type="body" sz="quarter" idx="17"/>
          </p:nvPr>
        </p:nvSpPr>
        <p:spPr>
          <a:xfrm>
            <a:off x="6597892" y="3302000"/>
            <a:ext cx="469574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Rectangle 24"/>
          <p:cNvSpPr/>
          <p:nvPr userDrawn="1"/>
        </p:nvSpPr>
        <p:spPr>
          <a:xfrm flipH="1" flipV="1">
            <a:off x="898257" y="3126125"/>
            <a:ext cx="4692825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6" name="Rectangle 25"/>
          <p:cNvSpPr/>
          <p:nvPr userDrawn="1"/>
        </p:nvSpPr>
        <p:spPr>
          <a:xfrm flipH="1" flipV="1">
            <a:off x="6597788" y="3126125"/>
            <a:ext cx="4692825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5BE1441-A7C4-36F6-C4F4-9100027A0B61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BE4B83F-5D8C-7F33-3016-2442DC2FC17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36720DA-518E-AAAA-F408-8FD447F87015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92642A7-3527-8237-8F2D-C2631D6524D4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96BAECC-4432-738B-ECBB-0057206A64DD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A95D43E-8493-3BB9-29D7-930B3183397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2389D17-E10E-30AC-A150-DCEE1AD6D3A1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C37F936C-906B-25E9-11BB-6DA34ADC423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9" name="Date Placeholder 3">
            <a:extLst>
              <a:ext uri="{FF2B5EF4-FFF2-40B4-BE49-F238E27FC236}">
                <a16:creationId xmlns:a16="http://schemas.microsoft.com/office/drawing/2014/main" id="{0E8D7227-1155-98FF-5470-13137C4AC5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16-Dec-25</a:t>
            </a:fld>
            <a:endParaRPr lang="en-US"/>
          </a:p>
        </p:txBody>
      </p:sp>
      <p:sp>
        <p:nvSpPr>
          <p:cNvPr id="30" name="Footer Placeholder 4">
            <a:extLst>
              <a:ext uri="{FF2B5EF4-FFF2-40B4-BE49-F238E27FC236}">
                <a16:creationId xmlns:a16="http://schemas.microsoft.com/office/drawing/2014/main" id="{F8CD56B0-3886-6989-B381-59404EB87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3422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329375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2000" baseline="0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4038600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 userDrawn="1"/>
        </p:nvCxnSpPr>
        <p:spPr>
          <a:xfrm>
            <a:off x="8086459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Picture Placeholder 4"/>
          <p:cNvSpPr>
            <a:spLocks noGrp="1"/>
          </p:cNvSpPr>
          <p:nvPr>
            <p:ph type="pic" sz="quarter" idx="13"/>
          </p:nvPr>
        </p:nvSpPr>
        <p:spPr>
          <a:xfrm>
            <a:off x="4378402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 dirty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19" name="Picture Placeholder 4"/>
          <p:cNvSpPr>
            <a:spLocks noGrp="1"/>
          </p:cNvSpPr>
          <p:nvPr>
            <p:ph type="pic" sz="quarter" idx="14"/>
          </p:nvPr>
        </p:nvSpPr>
        <p:spPr>
          <a:xfrm>
            <a:off x="8426261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21" name="Text Placeholder 20"/>
          <p:cNvSpPr>
            <a:spLocks noGrp="1"/>
          </p:cNvSpPr>
          <p:nvPr>
            <p:ph type="body" sz="quarter" idx="15"/>
          </p:nvPr>
        </p:nvSpPr>
        <p:spPr>
          <a:xfrm>
            <a:off x="329912" y="3302000"/>
            <a:ext cx="3367088" cy="261302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lnSpc>
                <a:spcPct val="100000"/>
              </a:lnSpc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lnSpc>
                <a:spcPct val="100000"/>
              </a:lnSpc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2" name="Text Placeholder 20"/>
          <p:cNvSpPr>
            <a:spLocks noGrp="1"/>
          </p:cNvSpPr>
          <p:nvPr>
            <p:ph type="body" sz="quarter" idx="16"/>
          </p:nvPr>
        </p:nvSpPr>
        <p:spPr>
          <a:xfrm>
            <a:off x="4378402" y="3302000"/>
            <a:ext cx="336708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3" name="Text Placeholder 20"/>
          <p:cNvSpPr>
            <a:spLocks noGrp="1"/>
          </p:cNvSpPr>
          <p:nvPr>
            <p:ph type="body" sz="quarter" idx="17"/>
          </p:nvPr>
        </p:nvSpPr>
        <p:spPr>
          <a:xfrm>
            <a:off x="8426260" y="3302000"/>
            <a:ext cx="336708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4" name="Rectangle 23"/>
          <p:cNvSpPr/>
          <p:nvPr userDrawn="1"/>
        </p:nvSpPr>
        <p:spPr>
          <a:xfrm flipH="1" flipV="1">
            <a:off x="329374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5" name="Rectangle 24"/>
          <p:cNvSpPr/>
          <p:nvPr userDrawn="1"/>
        </p:nvSpPr>
        <p:spPr>
          <a:xfrm flipH="1" flipV="1">
            <a:off x="4377232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6" name="Rectangle 25"/>
          <p:cNvSpPr/>
          <p:nvPr userDrawn="1"/>
        </p:nvSpPr>
        <p:spPr>
          <a:xfrm flipH="1" flipV="1">
            <a:off x="8425090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AFA4B3AA-22E9-7751-468B-D7808BAF44BD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9747DA11-94E3-B2DA-114B-E1D69C75BE62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A8D6C4A-F51A-64E8-8A49-49C141862BBC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79645F9-6CC7-6F42-6379-6F00AB90708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EE0E806-C242-0D32-B65D-E8E53A33CDA6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E01F7E8-B82D-3942-44A2-8312FA5A4925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A922989-8C7F-DE1C-F9DB-3819FD7E311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5ADE44CC-E174-8BE4-0522-DD862811ED4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3" name="Date Placeholder 3">
            <a:extLst>
              <a:ext uri="{FF2B5EF4-FFF2-40B4-BE49-F238E27FC236}">
                <a16:creationId xmlns:a16="http://schemas.microsoft.com/office/drawing/2014/main" id="{9DE29959-9E0B-0A99-71BE-E27767F0871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16-Dec-25</a:t>
            </a:fld>
            <a:endParaRPr lang="en-US"/>
          </a:p>
        </p:txBody>
      </p:sp>
      <p:sp>
        <p:nvSpPr>
          <p:cNvPr id="34" name="Footer Placeholder 4">
            <a:extLst>
              <a:ext uri="{FF2B5EF4-FFF2-40B4-BE49-F238E27FC236}">
                <a16:creationId xmlns:a16="http://schemas.microsoft.com/office/drawing/2014/main" id="{F607A11D-8A45-DFF7-EE6E-2CD55230B4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9908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9"/>
          <p:cNvSpPr>
            <a:spLocks noGrp="1"/>
          </p:cNvSpPr>
          <p:nvPr>
            <p:ph sz="quarter" idx="12"/>
          </p:nvPr>
        </p:nvSpPr>
        <p:spPr>
          <a:xfrm rot="5400000">
            <a:off x="4113213" y="-1449386"/>
            <a:ext cx="3965573" cy="10515600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93886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1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88507"/>
            <a:ext cx="292100" cy="292100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D32772FD-D424-B383-49DC-161E8C8DFF58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25574E33-7FA3-EB5A-07DA-B0D592DE755E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0D0B717-8345-25F8-2957-47BBC585EC0F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231ED58-20F8-A968-3866-C42E815D154C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5F877E4-63EA-ACE6-E342-DC584FC089F2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7E9476C-9B90-B9D1-4C52-6CA3CA8EC91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E388C27-8095-81DC-7EE3-CCEF9DECDE45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BBDAE94A-EB44-AF0F-9F35-A4791C430EB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2189598B-13E1-FDF8-9B2D-1A850E76FF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16-Dec-25</a:t>
            </a:fld>
            <a:endParaRPr lang="en-US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5DDB4F9D-2C19-583B-3A9D-50BA2EC50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515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 lang="en-US" sz="3200" b="1" kern="1200" smtClean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3" name="Content Placeholder 9"/>
          <p:cNvSpPr>
            <a:spLocks noGrp="1"/>
          </p:cNvSpPr>
          <p:nvPr>
            <p:ph sz="quarter" idx="12"/>
          </p:nvPr>
        </p:nvSpPr>
        <p:spPr>
          <a:xfrm rot="5400000">
            <a:off x="1875631" y="-672303"/>
            <a:ext cx="5811837" cy="7886700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1981" y="51983"/>
            <a:ext cx="292100" cy="292100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C5AEB09C-7C0D-C0E3-7B98-21C40CB9A184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F0832186-EAAB-4BE8-90C4-6BC4D82856CD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99693BE-FF51-213B-F8C5-08BD83810D46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B185E88-EE79-628D-B92A-D7691650663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237B433-287E-7247-5AB4-57A8A9309D0F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4C13FAF-24C8-411A-86C1-49DA84B86D1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9874890-26DA-8C8C-6D51-799D76D3804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016BB26A-88E2-E41F-A0CD-D9C042B6237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76FEF495-01CA-8881-23CF-4596A08A27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16-Dec-25</a:t>
            </a:fld>
            <a:endParaRPr lang="en-US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1BCCF94D-F923-D87D-7129-CC43A7BA4F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58971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25583"/>
            <a:ext cx="10515600" cy="978408"/>
          </a:xfrm>
        </p:spPr>
        <p:txBody>
          <a:bodyPr/>
          <a:lstStyle>
            <a:lvl1pPr>
              <a:defRPr lang="en-US" sz="3200" b="1" kern="1200" smtClean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F628E4E-7D92-2696-C967-238AE8D1929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B9919531-5790-1B13-2BBC-E44A0729F8B7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2C6611E1-0E92-CFBF-33DE-3FE881954955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EDC3AD-682C-96BE-4565-69E8B40A78DA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1E3977B-8545-D9C4-3AAB-28F9DD6F3DF7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AE7BC02-C481-879F-5E13-66665A956681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90FDD4A-0B65-E851-C888-C3E4747E68E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B9020A6-9AE4-1C5E-2382-92C731256B0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77D4506D-DA98-1098-1F12-442ACBBE501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5DF6567C-9B56-05C1-4116-2F8FE0DF7A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16-Dec-25</a:t>
            </a:fld>
            <a:endParaRPr lang="en-US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E0C7BC1C-FD72-64C1-CD8B-807BA95B6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759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B977A98-B16D-37D0-150B-AA6EC7793AF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A2A218B-FD80-D9A9-A563-EDD66C447C97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34D18193-6D41-7E8F-A381-F645A445BD8F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0DE44E-0F54-4683-B3FC-23CC354865C4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A19DC06-DF8A-8075-CDF6-1D816B36D85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89F593B-7FEA-F5D2-C5B2-F34F4F27CD9E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386CB8E-6A41-6224-EDAA-82C150F4F17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65016A6-8328-D979-F3B1-3699FE7C12D3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01883C3A-31E7-5C99-C60E-FB33D489FE7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3" name="Date Placeholder 3">
            <a:extLst>
              <a:ext uri="{FF2B5EF4-FFF2-40B4-BE49-F238E27FC236}">
                <a16:creationId xmlns:a16="http://schemas.microsoft.com/office/drawing/2014/main" id="{AAF4B286-E3B1-4602-9B2B-E971F31B9B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16-Dec-25</a:t>
            </a:fld>
            <a:endParaRPr lang="en-US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D23BE6BC-821E-A5D1-30D2-E3CB221401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36906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Blue 1">
    <p:bg>
      <p:bgPr>
        <a:solidFill>
          <a:srgbClr val="1F5CA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AFF29CC0-A8E3-7B26-83F7-23FD30C83B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99C7F682-0100-EB65-9EF7-68F4E1527F64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7B12206D-0D33-F7BF-D5C3-71176B0C507A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6958F7DE-9367-1A7B-0471-C642F47C03A3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5FF2EDA6-9276-E821-1BDA-7B118853E64D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082EDF61-0E98-DA36-3E26-D168E759754A}"/>
              </a:ext>
            </a:extLst>
          </p:cNvPr>
          <p:cNvSpPr/>
          <p:nvPr userDrawn="1"/>
        </p:nvSpPr>
        <p:spPr>
          <a:xfrm>
            <a:off x="11537004" y="6559299"/>
            <a:ext cx="340536" cy="17037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38" name="Slide Number Placeholder 5">
            <a:extLst>
              <a:ext uri="{FF2B5EF4-FFF2-40B4-BE49-F238E27FC236}">
                <a16:creationId xmlns:a16="http://schemas.microsoft.com/office/drawing/2014/main" id="{DF5C25A6-8095-6AF2-C9C3-8CD0FED2FB3C}"/>
              </a:ext>
            </a:extLst>
          </p:cNvPr>
          <p:cNvSpPr txBox="1">
            <a:spLocks/>
          </p:cNvSpPr>
          <p:nvPr userDrawn="1"/>
        </p:nvSpPr>
        <p:spPr>
          <a:xfrm>
            <a:off x="11471662" y="6458314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8DB983B-0A91-69E0-195A-772E71561D24}"/>
              </a:ext>
            </a:extLst>
          </p:cNvPr>
          <p:cNvSpPr txBox="1"/>
          <p:nvPr userDrawn="1"/>
        </p:nvSpPr>
        <p:spPr>
          <a:xfrm>
            <a:off x="10124841" y="6467839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8DADC743-2431-45F2-79E2-121CA7F2806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33270" y="6478829"/>
            <a:ext cx="8961120" cy="113469"/>
          </a:xfrm>
          <a:prstGeom prst="rect">
            <a:avLst/>
          </a:prstGeom>
        </p:spPr>
      </p:pic>
      <p:sp>
        <p:nvSpPr>
          <p:cNvPr id="52" name="Rectangle 51">
            <a:extLst>
              <a:ext uri="{FF2B5EF4-FFF2-40B4-BE49-F238E27FC236}">
                <a16:creationId xmlns:a16="http://schemas.microsoft.com/office/drawing/2014/main" id="{79887EFC-47B1-9E40-0D8C-00E95C29EF5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EE3C0DB-B1FC-4FD9-6D12-4A8C131EE2DD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6806F485-7B56-F41A-BB6F-3E9B7BF9AD6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E5A13944-4F33-47EC-96FA-50BC12ED342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57" name="Date Placeholder 3">
            <a:extLst>
              <a:ext uri="{FF2B5EF4-FFF2-40B4-BE49-F238E27FC236}">
                <a16:creationId xmlns:a16="http://schemas.microsoft.com/office/drawing/2014/main" id="{B137584B-E513-D305-AC1C-9A6C3A36A53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16-Dec-25</a:t>
            </a:fld>
            <a:endParaRPr lang="en-US"/>
          </a:p>
        </p:txBody>
      </p:sp>
      <p:sp>
        <p:nvSpPr>
          <p:cNvPr id="58" name="Footer Placeholder 4">
            <a:extLst>
              <a:ext uri="{FF2B5EF4-FFF2-40B4-BE49-F238E27FC236}">
                <a16:creationId xmlns:a16="http://schemas.microsoft.com/office/drawing/2014/main" id="{5F1F2948-EE2B-7B83-70EC-1CA44DC0D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60848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Blue 2"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A39DEC0-0415-D667-18C3-EEA5AEBABEA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E74BF315-D1FC-6421-060B-3FFD387F1B1D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D2D3478F-4D6B-F3FC-93EE-781955B168ED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F30E6027-7A58-80A0-C4DE-BD292242A19B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EC39217D-11B2-EC58-7DB9-670BADCEC0E6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97AF6527-BFE4-537E-1308-488B162949B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66896" y="6488271"/>
            <a:ext cx="8961120" cy="113367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1E5CACFF-45E7-55D3-E5A5-653F2B8017A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F4E5C97-2B57-9E5D-764D-87DE472CB901}"/>
              </a:ext>
            </a:extLst>
          </p:cNvPr>
          <p:cNvSpPr/>
          <p:nvPr userDrawn="1"/>
        </p:nvSpPr>
        <p:spPr>
          <a:xfrm>
            <a:off x="11577955" y="6548263"/>
            <a:ext cx="340536" cy="17037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E5E75459-D4C7-9354-A931-B335C406F5A6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D0EE6BD-EFE1-AFBA-1E5F-9B64FFE8B6BE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B1249A6-9C2C-8AA9-7B4D-3B74EC7BB0E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A2B3CAD9-FCD5-AB71-2E3E-03FCB768FF85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54E90919-B9E0-2168-DD97-F4BCD8260673}"/>
              </a:ext>
            </a:extLst>
          </p:cNvPr>
          <p:cNvSpPr txBox="1"/>
          <p:nvPr userDrawn="1"/>
        </p:nvSpPr>
        <p:spPr>
          <a:xfrm>
            <a:off x="10099117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E2A85561-D248-4BA0-93D1-F7F0B4A9F00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16-Dec-25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B2E66308-078F-2D9B-D872-3883B077C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1727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cbook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9Slide.vn 1">
            <a:extLst>
              <a:ext uri="{FF2B5EF4-FFF2-40B4-BE49-F238E27FC236}">
                <a16:creationId xmlns:a16="http://schemas.microsoft.com/office/drawing/2014/main" id="{2946107B-86B5-4108-B9D9-FBE88B6AF6A9}"/>
              </a:ext>
            </a:extLst>
          </p:cNvPr>
          <p:cNvGrpSpPr/>
          <p:nvPr userDrawn="1"/>
        </p:nvGrpSpPr>
        <p:grpSpPr>
          <a:xfrm>
            <a:off x="2262706" y="1080007"/>
            <a:ext cx="7666588" cy="4425443"/>
            <a:chOff x="2738438" y="30163"/>
            <a:chExt cx="11828463" cy="6827838"/>
          </a:xfrm>
        </p:grpSpPr>
        <p:sp>
          <p:nvSpPr>
            <p:cNvPr id="17" name="9Slide.vn 2">
              <a:extLst>
                <a:ext uri="{FF2B5EF4-FFF2-40B4-BE49-F238E27FC236}">
                  <a16:creationId xmlns:a16="http://schemas.microsoft.com/office/drawing/2014/main" id="{4C6E1B3E-70F8-4E17-8666-2C90A7910CF5}"/>
                </a:ext>
              </a:extLst>
            </p:cNvPr>
            <p:cNvSpPr>
              <a:spLocks/>
            </p:cNvSpPr>
            <p:nvPr/>
          </p:nvSpPr>
          <p:spPr bwMode="auto">
            <a:xfrm>
              <a:off x="3821113" y="30163"/>
              <a:ext cx="9663113" cy="6823075"/>
            </a:xfrm>
            <a:custGeom>
              <a:avLst/>
              <a:gdLst>
                <a:gd name="T0" fmla="*/ 201 w 6087"/>
                <a:gd name="T1" fmla="*/ 4298 h 4298"/>
                <a:gd name="T2" fmla="*/ 181 w 6087"/>
                <a:gd name="T3" fmla="*/ 4298 h 4298"/>
                <a:gd name="T4" fmla="*/ 141 w 6087"/>
                <a:gd name="T5" fmla="*/ 4289 h 4298"/>
                <a:gd name="T6" fmla="*/ 106 w 6087"/>
                <a:gd name="T7" fmla="*/ 4274 h 4298"/>
                <a:gd name="T8" fmla="*/ 74 w 6087"/>
                <a:gd name="T9" fmla="*/ 4252 h 4298"/>
                <a:gd name="T10" fmla="*/ 47 w 6087"/>
                <a:gd name="T11" fmla="*/ 4225 h 4298"/>
                <a:gd name="T12" fmla="*/ 25 w 6087"/>
                <a:gd name="T13" fmla="*/ 4193 h 4298"/>
                <a:gd name="T14" fmla="*/ 10 w 6087"/>
                <a:gd name="T15" fmla="*/ 4158 h 4298"/>
                <a:gd name="T16" fmla="*/ 1 w 6087"/>
                <a:gd name="T17" fmla="*/ 4118 h 4298"/>
                <a:gd name="T18" fmla="*/ 0 w 6087"/>
                <a:gd name="T19" fmla="*/ 201 h 4298"/>
                <a:gd name="T20" fmla="*/ 1 w 6087"/>
                <a:gd name="T21" fmla="*/ 181 h 4298"/>
                <a:gd name="T22" fmla="*/ 10 w 6087"/>
                <a:gd name="T23" fmla="*/ 141 h 4298"/>
                <a:gd name="T24" fmla="*/ 25 w 6087"/>
                <a:gd name="T25" fmla="*/ 105 h 4298"/>
                <a:gd name="T26" fmla="*/ 47 w 6087"/>
                <a:gd name="T27" fmla="*/ 74 h 4298"/>
                <a:gd name="T28" fmla="*/ 74 w 6087"/>
                <a:gd name="T29" fmla="*/ 47 h 4298"/>
                <a:gd name="T30" fmla="*/ 106 w 6087"/>
                <a:gd name="T31" fmla="*/ 25 h 4298"/>
                <a:gd name="T32" fmla="*/ 141 w 6087"/>
                <a:gd name="T33" fmla="*/ 10 h 4298"/>
                <a:gd name="T34" fmla="*/ 181 w 6087"/>
                <a:gd name="T35" fmla="*/ 1 h 4298"/>
                <a:gd name="T36" fmla="*/ 5887 w 6087"/>
                <a:gd name="T37" fmla="*/ 0 h 4298"/>
                <a:gd name="T38" fmla="*/ 5907 w 6087"/>
                <a:gd name="T39" fmla="*/ 1 h 4298"/>
                <a:gd name="T40" fmla="*/ 5946 w 6087"/>
                <a:gd name="T41" fmla="*/ 10 h 4298"/>
                <a:gd name="T42" fmla="*/ 5983 w 6087"/>
                <a:gd name="T43" fmla="*/ 25 h 4298"/>
                <a:gd name="T44" fmla="*/ 6015 w 6087"/>
                <a:gd name="T45" fmla="*/ 47 h 4298"/>
                <a:gd name="T46" fmla="*/ 6042 w 6087"/>
                <a:gd name="T47" fmla="*/ 74 h 4298"/>
                <a:gd name="T48" fmla="*/ 6064 w 6087"/>
                <a:gd name="T49" fmla="*/ 105 h 4298"/>
                <a:gd name="T50" fmla="*/ 6079 w 6087"/>
                <a:gd name="T51" fmla="*/ 141 h 4298"/>
                <a:gd name="T52" fmla="*/ 6087 w 6087"/>
                <a:gd name="T53" fmla="*/ 181 h 4298"/>
                <a:gd name="T54" fmla="*/ 6087 w 6087"/>
                <a:gd name="T55" fmla="*/ 4097 h 4298"/>
                <a:gd name="T56" fmla="*/ 6087 w 6087"/>
                <a:gd name="T57" fmla="*/ 4118 h 4298"/>
                <a:gd name="T58" fmla="*/ 6079 w 6087"/>
                <a:gd name="T59" fmla="*/ 4158 h 4298"/>
                <a:gd name="T60" fmla="*/ 6064 w 6087"/>
                <a:gd name="T61" fmla="*/ 4193 h 4298"/>
                <a:gd name="T62" fmla="*/ 6042 w 6087"/>
                <a:gd name="T63" fmla="*/ 4225 h 4298"/>
                <a:gd name="T64" fmla="*/ 6015 w 6087"/>
                <a:gd name="T65" fmla="*/ 4252 h 4298"/>
                <a:gd name="T66" fmla="*/ 5983 w 6087"/>
                <a:gd name="T67" fmla="*/ 4274 h 4298"/>
                <a:gd name="T68" fmla="*/ 5946 w 6087"/>
                <a:gd name="T69" fmla="*/ 4289 h 4298"/>
                <a:gd name="T70" fmla="*/ 5907 w 6087"/>
                <a:gd name="T71" fmla="*/ 4298 h 4298"/>
                <a:gd name="T72" fmla="*/ 5887 w 6087"/>
                <a:gd name="T73" fmla="*/ 4298 h 42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87" h="4298">
                  <a:moveTo>
                    <a:pt x="5887" y="4298"/>
                  </a:moveTo>
                  <a:lnTo>
                    <a:pt x="201" y="4298"/>
                  </a:lnTo>
                  <a:lnTo>
                    <a:pt x="201" y="4298"/>
                  </a:lnTo>
                  <a:lnTo>
                    <a:pt x="181" y="4298"/>
                  </a:lnTo>
                  <a:lnTo>
                    <a:pt x="161" y="4294"/>
                  </a:lnTo>
                  <a:lnTo>
                    <a:pt x="141" y="4289"/>
                  </a:lnTo>
                  <a:lnTo>
                    <a:pt x="122" y="4282"/>
                  </a:lnTo>
                  <a:lnTo>
                    <a:pt x="106" y="4274"/>
                  </a:lnTo>
                  <a:lnTo>
                    <a:pt x="89" y="4264"/>
                  </a:lnTo>
                  <a:lnTo>
                    <a:pt x="74" y="4252"/>
                  </a:lnTo>
                  <a:lnTo>
                    <a:pt x="58" y="4239"/>
                  </a:lnTo>
                  <a:lnTo>
                    <a:pt x="47" y="4225"/>
                  </a:lnTo>
                  <a:lnTo>
                    <a:pt x="35" y="4210"/>
                  </a:lnTo>
                  <a:lnTo>
                    <a:pt x="25" y="4193"/>
                  </a:lnTo>
                  <a:lnTo>
                    <a:pt x="16" y="4177"/>
                  </a:lnTo>
                  <a:lnTo>
                    <a:pt x="10" y="4158"/>
                  </a:lnTo>
                  <a:lnTo>
                    <a:pt x="5" y="4138"/>
                  </a:lnTo>
                  <a:lnTo>
                    <a:pt x="1" y="4118"/>
                  </a:lnTo>
                  <a:lnTo>
                    <a:pt x="0" y="4097"/>
                  </a:lnTo>
                  <a:lnTo>
                    <a:pt x="0" y="201"/>
                  </a:lnTo>
                  <a:lnTo>
                    <a:pt x="0" y="201"/>
                  </a:lnTo>
                  <a:lnTo>
                    <a:pt x="1" y="181"/>
                  </a:lnTo>
                  <a:lnTo>
                    <a:pt x="5" y="161"/>
                  </a:lnTo>
                  <a:lnTo>
                    <a:pt x="10" y="141"/>
                  </a:lnTo>
                  <a:lnTo>
                    <a:pt x="16" y="122"/>
                  </a:lnTo>
                  <a:lnTo>
                    <a:pt x="25" y="105"/>
                  </a:lnTo>
                  <a:lnTo>
                    <a:pt x="35" y="89"/>
                  </a:lnTo>
                  <a:lnTo>
                    <a:pt x="47" y="74"/>
                  </a:lnTo>
                  <a:lnTo>
                    <a:pt x="58" y="58"/>
                  </a:lnTo>
                  <a:lnTo>
                    <a:pt x="74" y="47"/>
                  </a:lnTo>
                  <a:lnTo>
                    <a:pt x="89" y="35"/>
                  </a:lnTo>
                  <a:lnTo>
                    <a:pt x="106" y="25"/>
                  </a:lnTo>
                  <a:lnTo>
                    <a:pt x="122" y="16"/>
                  </a:lnTo>
                  <a:lnTo>
                    <a:pt x="141" y="10"/>
                  </a:lnTo>
                  <a:lnTo>
                    <a:pt x="161" y="5"/>
                  </a:lnTo>
                  <a:lnTo>
                    <a:pt x="181" y="1"/>
                  </a:lnTo>
                  <a:lnTo>
                    <a:pt x="201" y="0"/>
                  </a:lnTo>
                  <a:lnTo>
                    <a:pt x="5887" y="0"/>
                  </a:lnTo>
                  <a:lnTo>
                    <a:pt x="5887" y="0"/>
                  </a:lnTo>
                  <a:lnTo>
                    <a:pt x="5907" y="1"/>
                  </a:lnTo>
                  <a:lnTo>
                    <a:pt x="5927" y="5"/>
                  </a:lnTo>
                  <a:lnTo>
                    <a:pt x="5946" y="10"/>
                  </a:lnTo>
                  <a:lnTo>
                    <a:pt x="5964" y="16"/>
                  </a:lnTo>
                  <a:lnTo>
                    <a:pt x="5983" y="25"/>
                  </a:lnTo>
                  <a:lnTo>
                    <a:pt x="6000" y="35"/>
                  </a:lnTo>
                  <a:lnTo>
                    <a:pt x="6015" y="47"/>
                  </a:lnTo>
                  <a:lnTo>
                    <a:pt x="6028" y="58"/>
                  </a:lnTo>
                  <a:lnTo>
                    <a:pt x="6042" y="74"/>
                  </a:lnTo>
                  <a:lnTo>
                    <a:pt x="6054" y="89"/>
                  </a:lnTo>
                  <a:lnTo>
                    <a:pt x="6064" y="105"/>
                  </a:lnTo>
                  <a:lnTo>
                    <a:pt x="6072" y="122"/>
                  </a:lnTo>
                  <a:lnTo>
                    <a:pt x="6079" y="141"/>
                  </a:lnTo>
                  <a:lnTo>
                    <a:pt x="6084" y="161"/>
                  </a:lnTo>
                  <a:lnTo>
                    <a:pt x="6087" y="181"/>
                  </a:lnTo>
                  <a:lnTo>
                    <a:pt x="6087" y="201"/>
                  </a:lnTo>
                  <a:lnTo>
                    <a:pt x="6087" y="4097"/>
                  </a:lnTo>
                  <a:lnTo>
                    <a:pt x="6087" y="4097"/>
                  </a:lnTo>
                  <a:lnTo>
                    <a:pt x="6087" y="4118"/>
                  </a:lnTo>
                  <a:lnTo>
                    <a:pt x="6084" y="4138"/>
                  </a:lnTo>
                  <a:lnTo>
                    <a:pt x="6079" y="4158"/>
                  </a:lnTo>
                  <a:lnTo>
                    <a:pt x="6072" y="4177"/>
                  </a:lnTo>
                  <a:lnTo>
                    <a:pt x="6064" y="4193"/>
                  </a:lnTo>
                  <a:lnTo>
                    <a:pt x="6054" y="4210"/>
                  </a:lnTo>
                  <a:lnTo>
                    <a:pt x="6042" y="4225"/>
                  </a:lnTo>
                  <a:lnTo>
                    <a:pt x="6028" y="4239"/>
                  </a:lnTo>
                  <a:lnTo>
                    <a:pt x="6015" y="4252"/>
                  </a:lnTo>
                  <a:lnTo>
                    <a:pt x="6000" y="4264"/>
                  </a:lnTo>
                  <a:lnTo>
                    <a:pt x="5983" y="4274"/>
                  </a:lnTo>
                  <a:lnTo>
                    <a:pt x="5964" y="4282"/>
                  </a:lnTo>
                  <a:lnTo>
                    <a:pt x="5946" y="4289"/>
                  </a:lnTo>
                  <a:lnTo>
                    <a:pt x="5927" y="4294"/>
                  </a:lnTo>
                  <a:lnTo>
                    <a:pt x="5907" y="4298"/>
                  </a:lnTo>
                  <a:lnTo>
                    <a:pt x="5887" y="4298"/>
                  </a:lnTo>
                  <a:lnTo>
                    <a:pt x="5887" y="429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B0B2B4"/>
                </a:gs>
                <a:gs pos="100000">
                  <a:srgbClr val="DFE0E1"/>
                </a:gs>
              </a:gsLst>
              <a:lin ang="0" scaled="1"/>
              <a:tileRect/>
            </a:gradFill>
            <a:ln>
              <a:noFill/>
            </a:ln>
            <a:effectLst>
              <a:innerShdw blurRad="63500">
                <a:prstClr val="black">
                  <a:alpha val="4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8" name="9Slide.vn 3">
              <a:extLst>
                <a:ext uri="{FF2B5EF4-FFF2-40B4-BE49-F238E27FC236}">
                  <a16:creationId xmlns:a16="http://schemas.microsoft.com/office/drawing/2014/main" id="{1C3B9052-DF89-48DA-900D-596E0ADF2E86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5563" y="74613"/>
              <a:ext cx="9574213" cy="6735763"/>
            </a:xfrm>
            <a:custGeom>
              <a:avLst/>
              <a:gdLst>
                <a:gd name="T0" fmla="*/ 173 w 6031"/>
                <a:gd name="T1" fmla="*/ 0 h 4243"/>
                <a:gd name="T2" fmla="*/ 155 w 6031"/>
                <a:gd name="T3" fmla="*/ 2 h 4243"/>
                <a:gd name="T4" fmla="*/ 121 w 6031"/>
                <a:gd name="T5" fmla="*/ 9 h 4243"/>
                <a:gd name="T6" fmla="*/ 91 w 6031"/>
                <a:gd name="T7" fmla="*/ 22 h 4243"/>
                <a:gd name="T8" fmla="*/ 64 w 6031"/>
                <a:gd name="T9" fmla="*/ 40 h 4243"/>
                <a:gd name="T10" fmla="*/ 41 w 6031"/>
                <a:gd name="T11" fmla="*/ 64 h 4243"/>
                <a:gd name="T12" fmla="*/ 22 w 6031"/>
                <a:gd name="T13" fmla="*/ 91 h 4243"/>
                <a:gd name="T14" fmla="*/ 9 w 6031"/>
                <a:gd name="T15" fmla="*/ 121 h 4243"/>
                <a:gd name="T16" fmla="*/ 2 w 6031"/>
                <a:gd name="T17" fmla="*/ 157 h 4243"/>
                <a:gd name="T18" fmla="*/ 0 w 6031"/>
                <a:gd name="T19" fmla="*/ 4069 h 4243"/>
                <a:gd name="T20" fmla="*/ 2 w 6031"/>
                <a:gd name="T21" fmla="*/ 4086 h 4243"/>
                <a:gd name="T22" fmla="*/ 9 w 6031"/>
                <a:gd name="T23" fmla="*/ 4120 h 4243"/>
                <a:gd name="T24" fmla="*/ 22 w 6031"/>
                <a:gd name="T25" fmla="*/ 4152 h 4243"/>
                <a:gd name="T26" fmla="*/ 41 w 6031"/>
                <a:gd name="T27" fmla="*/ 4179 h 4243"/>
                <a:gd name="T28" fmla="*/ 64 w 6031"/>
                <a:gd name="T29" fmla="*/ 4202 h 4243"/>
                <a:gd name="T30" fmla="*/ 91 w 6031"/>
                <a:gd name="T31" fmla="*/ 4221 h 4243"/>
                <a:gd name="T32" fmla="*/ 121 w 6031"/>
                <a:gd name="T33" fmla="*/ 4234 h 4243"/>
                <a:gd name="T34" fmla="*/ 155 w 6031"/>
                <a:gd name="T35" fmla="*/ 4241 h 4243"/>
                <a:gd name="T36" fmla="*/ 5859 w 6031"/>
                <a:gd name="T37" fmla="*/ 4243 h 4243"/>
                <a:gd name="T38" fmla="*/ 5876 w 6031"/>
                <a:gd name="T39" fmla="*/ 4241 h 4243"/>
                <a:gd name="T40" fmla="*/ 5910 w 6031"/>
                <a:gd name="T41" fmla="*/ 4234 h 4243"/>
                <a:gd name="T42" fmla="*/ 5941 w 6031"/>
                <a:gd name="T43" fmla="*/ 4221 h 4243"/>
                <a:gd name="T44" fmla="*/ 5968 w 6031"/>
                <a:gd name="T45" fmla="*/ 4202 h 4243"/>
                <a:gd name="T46" fmla="*/ 5992 w 6031"/>
                <a:gd name="T47" fmla="*/ 4179 h 4243"/>
                <a:gd name="T48" fmla="*/ 6010 w 6031"/>
                <a:gd name="T49" fmla="*/ 4152 h 4243"/>
                <a:gd name="T50" fmla="*/ 6024 w 6031"/>
                <a:gd name="T51" fmla="*/ 4120 h 4243"/>
                <a:gd name="T52" fmla="*/ 6031 w 6031"/>
                <a:gd name="T53" fmla="*/ 4086 h 4243"/>
                <a:gd name="T54" fmla="*/ 6031 w 6031"/>
                <a:gd name="T55" fmla="*/ 173 h 4243"/>
                <a:gd name="T56" fmla="*/ 6031 w 6031"/>
                <a:gd name="T57" fmla="*/ 157 h 4243"/>
                <a:gd name="T58" fmla="*/ 6024 w 6031"/>
                <a:gd name="T59" fmla="*/ 121 h 4243"/>
                <a:gd name="T60" fmla="*/ 6010 w 6031"/>
                <a:gd name="T61" fmla="*/ 91 h 4243"/>
                <a:gd name="T62" fmla="*/ 5992 w 6031"/>
                <a:gd name="T63" fmla="*/ 64 h 4243"/>
                <a:gd name="T64" fmla="*/ 5968 w 6031"/>
                <a:gd name="T65" fmla="*/ 40 h 4243"/>
                <a:gd name="T66" fmla="*/ 5941 w 6031"/>
                <a:gd name="T67" fmla="*/ 22 h 4243"/>
                <a:gd name="T68" fmla="*/ 5910 w 6031"/>
                <a:gd name="T69" fmla="*/ 9 h 4243"/>
                <a:gd name="T70" fmla="*/ 5876 w 6031"/>
                <a:gd name="T71" fmla="*/ 2 h 4243"/>
                <a:gd name="T72" fmla="*/ 5859 w 6031"/>
                <a:gd name="T73" fmla="*/ 0 h 4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31" h="4243">
                  <a:moveTo>
                    <a:pt x="5859" y="0"/>
                  </a:moveTo>
                  <a:lnTo>
                    <a:pt x="173" y="0"/>
                  </a:lnTo>
                  <a:lnTo>
                    <a:pt x="173" y="0"/>
                  </a:lnTo>
                  <a:lnTo>
                    <a:pt x="155" y="2"/>
                  </a:lnTo>
                  <a:lnTo>
                    <a:pt x="138" y="3"/>
                  </a:lnTo>
                  <a:lnTo>
                    <a:pt x="121" y="9"/>
                  </a:lnTo>
                  <a:lnTo>
                    <a:pt x="106" y="14"/>
                  </a:lnTo>
                  <a:lnTo>
                    <a:pt x="91" y="22"/>
                  </a:lnTo>
                  <a:lnTo>
                    <a:pt x="78" y="30"/>
                  </a:lnTo>
                  <a:lnTo>
                    <a:pt x="64" y="40"/>
                  </a:lnTo>
                  <a:lnTo>
                    <a:pt x="51" y="51"/>
                  </a:lnTo>
                  <a:lnTo>
                    <a:pt x="41" y="64"/>
                  </a:lnTo>
                  <a:lnTo>
                    <a:pt x="30" y="77"/>
                  </a:lnTo>
                  <a:lnTo>
                    <a:pt x="22" y="91"/>
                  </a:lnTo>
                  <a:lnTo>
                    <a:pt x="14" y="106"/>
                  </a:lnTo>
                  <a:lnTo>
                    <a:pt x="9" y="121"/>
                  </a:lnTo>
                  <a:lnTo>
                    <a:pt x="3" y="138"/>
                  </a:lnTo>
                  <a:lnTo>
                    <a:pt x="2" y="157"/>
                  </a:lnTo>
                  <a:lnTo>
                    <a:pt x="0" y="173"/>
                  </a:lnTo>
                  <a:lnTo>
                    <a:pt x="0" y="4069"/>
                  </a:lnTo>
                  <a:lnTo>
                    <a:pt x="0" y="4069"/>
                  </a:lnTo>
                  <a:lnTo>
                    <a:pt x="2" y="4086"/>
                  </a:lnTo>
                  <a:lnTo>
                    <a:pt x="3" y="4105"/>
                  </a:lnTo>
                  <a:lnTo>
                    <a:pt x="9" y="4120"/>
                  </a:lnTo>
                  <a:lnTo>
                    <a:pt x="14" y="4137"/>
                  </a:lnTo>
                  <a:lnTo>
                    <a:pt x="22" y="4152"/>
                  </a:lnTo>
                  <a:lnTo>
                    <a:pt x="30" y="4165"/>
                  </a:lnTo>
                  <a:lnTo>
                    <a:pt x="41" y="4179"/>
                  </a:lnTo>
                  <a:lnTo>
                    <a:pt x="51" y="4192"/>
                  </a:lnTo>
                  <a:lnTo>
                    <a:pt x="64" y="4202"/>
                  </a:lnTo>
                  <a:lnTo>
                    <a:pt x="78" y="4212"/>
                  </a:lnTo>
                  <a:lnTo>
                    <a:pt x="91" y="4221"/>
                  </a:lnTo>
                  <a:lnTo>
                    <a:pt x="106" y="4229"/>
                  </a:lnTo>
                  <a:lnTo>
                    <a:pt x="121" y="4234"/>
                  </a:lnTo>
                  <a:lnTo>
                    <a:pt x="138" y="4239"/>
                  </a:lnTo>
                  <a:lnTo>
                    <a:pt x="155" y="4241"/>
                  </a:lnTo>
                  <a:lnTo>
                    <a:pt x="173" y="4243"/>
                  </a:lnTo>
                  <a:lnTo>
                    <a:pt x="5859" y="4243"/>
                  </a:lnTo>
                  <a:lnTo>
                    <a:pt x="5859" y="4243"/>
                  </a:lnTo>
                  <a:lnTo>
                    <a:pt x="5876" y="4241"/>
                  </a:lnTo>
                  <a:lnTo>
                    <a:pt x="5893" y="4239"/>
                  </a:lnTo>
                  <a:lnTo>
                    <a:pt x="5910" y="4234"/>
                  </a:lnTo>
                  <a:lnTo>
                    <a:pt x="5926" y="4229"/>
                  </a:lnTo>
                  <a:lnTo>
                    <a:pt x="5941" y="4221"/>
                  </a:lnTo>
                  <a:lnTo>
                    <a:pt x="5955" y="4212"/>
                  </a:lnTo>
                  <a:lnTo>
                    <a:pt x="5968" y="4202"/>
                  </a:lnTo>
                  <a:lnTo>
                    <a:pt x="5980" y="4192"/>
                  </a:lnTo>
                  <a:lnTo>
                    <a:pt x="5992" y="4179"/>
                  </a:lnTo>
                  <a:lnTo>
                    <a:pt x="6002" y="4165"/>
                  </a:lnTo>
                  <a:lnTo>
                    <a:pt x="6010" y="4152"/>
                  </a:lnTo>
                  <a:lnTo>
                    <a:pt x="6017" y="4137"/>
                  </a:lnTo>
                  <a:lnTo>
                    <a:pt x="6024" y="4120"/>
                  </a:lnTo>
                  <a:lnTo>
                    <a:pt x="6027" y="4105"/>
                  </a:lnTo>
                  <a:lnTo>
                    <a:pt x="6031" y="4086"/>
                  </a:lnTo>
                  <a:lnTo>
                    <a:pt x="6031" y="4069"/>
                  </a:lnTo>
                  <a:lnTo>
                    <a:pt x="6031" y="173"/>
                  </a:lnTo>
                  <a:lnTo>
                    <a:pt x="6031" y="173"/>
                  </a:lnTo>
                  <a:lnTo>
                    <a:pt x="6031" y="157"/>
                  </a:lnTo>
                  <a:lnTo>
                    <a:pt x="6027" y="138"/>
                  </a:lnTo>
                  <a:lnTo>
                    <a:pt x="6024" y="121"/>
                  </a:lnTo>
                  <a:lnTo>
                    <a:pt x="6017" y="106"/>
                  </a:lnTo>
                  <a:lnTo>
                    <a:pt x="6010" y="91"/>
                  </a:lnTo>
                  <a:lnTo>
                    <a:pt x="6002" y="77"/>
                  </a:lnTo>
                  <a:lnTo>
                    <a:pt x="5992" y="64"/>
                  </a:lnTo>
                  <a:lnTo>
                    <a:pt x="5980" y="51"/>
                  </a:lnTo>
                  <a:lnTo>
                    <a:pt x="5968" y="40"/>
                  </a:lnTo>
                  <a:lnTo>
                    <a:pt x="5955" y="30"/>
                  </a:lnTo>
                  <a:lnTo>
                    <a:pt x="5941" y="22"/>
                  </a:lnTo>
                  <a:lnTo>
                    <a:pt x="5926" y="14"/>
                  </a:lnTo>
                  <a:lnTo>
                    <a:pt x="5910" y="9"/>
                  </a:lnTo>
                  <a:lnTo>
                    <a:pt x="5893" y="3"/>
                  </a:lnTo>
                  <a:lnTo>
                    <a:pt x="5876" y="2"/>
                  </a:lnTo>
                  <a:lnTo>
                    <a:pt x="5859" y="0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ffectLst>
              <a:outerShdw blurRad="25400" algn="ctr" rotWithShape="0">
                <a:prstClr val="black">
                  <a:alpha val="61000"/>
                </a:prstClr>
              </a:out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9" name="9Slide.vn 4">
              <a:extLst>
                <a:ext uri="{FF2B5EF4-FFF2-40B4-BE49-F238E27FC236}">
                  <a16:creationId xmlns:a16="http://schemas.microsoft.com/office/drawing/2014/main" id="{838BE831-98C4-4DA1-B95C-84B293ECEAEE}"/>
                </a:ext>
              </a:extLst>
            </p:cNvPr>
            <p:cNvSpPr>
              <a:spLocks/>
            </p:cNvSpPr>
            <p:nvPr/>
          </p:nvSpPr>
          <p:spPr bwMode="auto">
            <a:xfrm>
              <a:off x="3892550" y="6342063"/>
              <a:ext cx="9520238" cy="441325"/>
            </a:xfrm>
            <a:custGeom>
              <a:avLst/>
              <a:gdLst>
                <a:gd name="T0" fmla="*/ 156 w 5997"/>
                <a:gd name="T1" fmla="*/ 278 h 278"/>
                <a:gd name="T2" fmla="*/ 5842 w 5997"/>
                <a:gd name="T3" fmla="*/ 278 h 278"/>
                <a:gd name="T4" fmla="*/ 5842 w 5997"/>
                <a:gd name="T5" fmla="*/ 278 h 278"/>
                <a:gd name="T6" fmla="*/ 5857 w 5997"/>
                <a:gd name="T7" fmla="*/ 276 h 278"/>
                <a:gd name="T8" fmla="*/ 5872 w 5997"/>
                <a:gd name="T9" fmla="*/ 275 h 278"/>
                <a:gd name="T10" fmla="*/ 5887 w 5997"/>
                <a:gd name="T11" fmla="*/ 269 h 278"/>
                <a:gd name="T12" fmla="*/ 5903 w 5997"/>
                <a:gd name="T13" fmla="*/ 264 h 278"/>
                <a:gd name="T14" fmla="*/ 5916 w 5997"/>
                <a:gd name="T15" fmla="*/ 258 h 278"/>
                <a:gd name="T16" fmla="*/ 5928 w 5997"/>
                <a:gd name="T17" fmla="*/ 251 h 278"/>
                <a:gd name="T18" fmla="*/ 5941 w 5997"/>
                <a:gd name="T19" fmla="*/ 241 h 278"/>
                <a:gd name="T20" fmla="*/ 5951 w 5997"/>
                <a:gd name="T21" fmla="*/ 231 h 278"/>
                <a:gd name="T22" fmla="*/ 5962 w 5997"/>
                <a:gd name="T23" fmla="*/ 221 h 278"/>
                <a:gd name="T24" fmla="*/ 5970 w 5997"/>
                <a:gd name="T25" fmla="*/ 209 h 278"/>
                <a:gd name="T26" fmla="*/ 5978 w 5997"/>
                <a:gd name="T27" fmla="*/ 195 h 278"/>
                <a:gd name="T28" fmla="*/ 5985 w 5997"/>
                <a:gd name="T29" fmla="*/ 182 h 278"/>
                <a:gd name="T30" fmla="*/ 5990 w 5997"/>
                <a:gd name="T31" fmla="*/ 167 h 278"/>
                <a:gd name="T32" fmla="*/ 5993 w 5997"/>
                <a:gd name="T33" fmla="*/ 153 h 278"/>
                <a:gd name="T34" fmla="*/ 5997 w 5997"/>
                <a:gd name="T35" fmla="*/ 137 h 278"/>
                <a:gd name="T36" fmla="*/ 5997 w 5997"/>
                <a:gd name="T37" fmla="*/ 121 h 278"/>
                <a:gd name="T38" fmla="*/ 5997 w 5997"/>
                <a:gd name="T39" fmla="*/ 0 h 278"/>
                <a:gd name="T40" fmla="*/ 0 w 5997"/>
                <a:gd name="T41" fmla="*/ 0 h 278"/>
                <a:gd name="T42" fmla="*/ 0 w 5997"/>
                <a:gd name="T43" fmla="*/ 121 h 278"/>
                <a:gd name="T44" fmla="*/ 0 w 5997"/>
                <a:gd name="T45" fmla="*/ 121 h 278"/>
                <a:gd name="T46" fmla="*/ 2 w 5997"/>
                <a:gd name="T47" fmla="*/ 137 h 278"/>
                <a:gd name="T48" fmla="*/ 3 w 5997"/>
                <a:gd name="T49" fmla="*/ 153 h 278"/>
                <a:gd name="T50" fmla="*/ 8 w 5997"/>
                <a:gd name="T51" fmla="*/ 167 h 278"/>
                <a:gd name="T52" fmla="*/ 13 w 5997"/>
                <a:gd name="T53" fmla="*/ 182 h 278"/>
                <a:gd name="T54" fmla="*/ 20 w 5997"/>
                <a:gd name="T55" fmla="*/ 195 h 278"/>
                <a:gd name="T56" fmla="*/ 27 w 5997"/>
                <a:gd name="T57" fmla="*/ 209 h 278"/>
                <a:gd name="T58" fmla="*/ 37 w 5997"/>
                <a:gd name="T59" fmla="*/ 221 h 278"/>
                <a:gd name="T60" fmla="*/ 47 w 5997"/>
                <a:gd name="T61" fmla="*/ 231 h 278"/>
                <a:gd name="T62" fmla="*/ 57 w 5997"/>
                <a:gd name="T63" fmla="*/ 241 h 278"/>
                <a:gd name="T64" fmla="*/ 69 w 5997"/>
                <a:gd name="T65" fmla="*/ 251 h 278"/>
                <a:gd name="T66" fmla="*/ 82 w 5997"/>
                <a:gd name="T67" fmla="*/ 258 h 278"/>
                <a:gd name="T68" fmla="*/ 96 w 5997"/>
                <a:gd name="T69" fmla="*/ 264 h 278"/>
                <a:gd name="T70" fmla="*/ 109 w 5997"/>
                <a:gd name="T71" fmla="*/ 269 h 278"/>
                <a:gd name="T72" fmla="*/ 124 w 5997"/>
                <a:gd name="T73" fmla="*/ 275 h 278"/>
                <a:gd name="T74" fmla="*/ 141 w 5997"/>
                <a:gd name="T75" fmla="*/ 276 h 278"/>
                <a:gd name="T76" fmla="*/ 156 w 5997"/>
                <a:gd name="T77" fmla="*/ 278 h 278"/>
                <a:gd name="T78" fmla="*/ 156 w 5997"/>
                <a:gd name="T79" fmla="*/ 278 h 2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5997" h="278">
                  <a:moveTo>
                    <a:pt x="156" y="278"/>
                  </a:moveTo>
                  <a:lnTo>
                    <a:pt x="5842" y="278"/>
                  </a:lnTo>
                  <a:lnTo>
                    <a:pt x="5842" y="278"/>
                  </a:lnTo>
                  <a:lnTo>
                    <a:pt x="5857" y="276"/>
                  </a:lnTo>
                  <a:lnTo>
                    <a:pt x="5872" y="275"/>
                  </a:lnTo>
                  <a:lnTo>
                    <a:pt x="5887" y="269"/>
                  </a:lnTo>
                  <a:lnTo>
                    <a:pt x="5903" y="264"/>
                  </a:lnTo>
                  <a:lnTo>
                    <a:pt x="5916" y="258"/>
                  </a:lnTo>
                  <a:lnTo>
                    <a:pt x="5928" y="251"/>
                  </a:lnTo>
                  <a:lnTo>
                    <a:pt x="5941" y="241"/>
                  </a:lnTo>
                  <a:lnTo>
                    <a:pt x="5951" y="231"/>
                  </a:lnTo>
                  <a:lnTo>
                    <a:pt x="5962" y="221"/>
                  </a:lnTo>
                  <a:lnTo>
                    <a:pt x="5970" y="209"/>
                  </a:lnTo>
                  <a:lnTo>
                    <a:pt x="5978" y="195"/>
                  </a:lnTo>
                  <a:lnTo>
                    <a:pt x="5985" y="182"/>
                  </a:lnTo>
                  <a:lnTo>
                    <a:pt x="5990" y="167"/>
                  </a:lnTo>
                  <a:lnTo>
                    <a:pt x="5993" y="153"/>
                  </a:lnTo>
                  <a:lnTo>
                    <a:pt x="5997" y="137"/>
                  </a:lnTo>
                  <a:lnTo>
                    <a:pt x="5997" y="121"/>
                  </a:lnTo>
                  <a:lnTo>
                    <a:pt x="5997" y="0"/>
                  </a:lnTo>
                  <a:lnTo>
                    <a:pt x="0" y="0"/>
                  </a:lnTo>
                  <a:lnTo>
                    <a:pt x="0" y="121"/>
                  </a:lnTo>
                  <a:lnTo>
                    <a:pt x="0" y="121"/>
                  </a:lnTo>
                  <a:lnTo>
                    <a:pt x="2" y="137"/>
                  </a:lnTo>
                  <a:lnTo>
                    <a:pt x="3" y="153"/>
                  </a:lnTo>
                  <a:lnTo>
                    <a:pt x="8" y="167"/>
                  </a:lnTo>
                  <a:lnTo>
                    <a:pt x="13" y="182"/>
                  </a:lnTo>
                  <a:lnTo>
                    <a:pt x="20" y="195"/>
                  </a:lnTo>
                  <a:lnTo>
                    <a:pt x="27" y="209"/>
                  </a:lnTo>
                  <a:lnTo>
                    <a:pt x="37" y="221"/>
                  </a:lnTo>
                  <a:lnTo>
                    <a:pt x="47" y="231"/>
                  </a:lnTo>
                  <a:lnTo>
                    <a:pt x="57" y="241"/>
                  </a:lnTo>
                  <a:lnTo>
                    <a:pt x="69" y="251"/>
                  </a:lnTo>
                  <a:lnTo>
                    <a:pt x="82" y="258"/>
                  </a:lnTo>
                  <a:lnTo>
                    <a:pt x="96" y="264"/>
                  </a:lnTo>
                  <a:lnTo>
                    <a:pt x="109" y="269"/>
                  </a:lnTo>
                  <a:lnTo>
                    <a:pt x="124" y="275"/>
                  </a:lnTo>
                  <a:lnTo>
                    <a:pt x="141" y="276"/>
                  </a:lnTo>
                  <a:lnTo>
                    <a:pt x="156" y="278"/>
                  </a:lnTo>
                  <a:lnTo>
                    <a:pt x="156" y="278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9Slide.vn 5">
              <a:extLst>
                <a:ext uri="{FF2B5EF4-FFF2-40B4-BE49-F238E27FC236}">
                  <a16:creationId xmlns:a16="http://schemas.microsoft.com/office/drawing/2014/main" id="{9441EC7C-061E-4558-9FF8-E9B0DA0F84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5288" y="533400"/>
              <a:ext cx="8897938" cy="5565775"/>
            </a:xfrm>
            <a:prstGeom prst="rect">
              <a:avLst/>
            </a:prstGeom>
            <a:solidFill>
              <a:srgbClr val="26262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1" name="9Slide.vn 6">
              <a:extLst>
                <a:ext uri="{FF2B5EF4-FFF2-40B4-BE49-F238E27FC236}">
                  <a16:creationId xmlns:a16="http://schemas.microsoft.com/office/drawing/2014/main" id="{F4AB6E09-791B-48E7-B2E0-4762432F77AB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239713"/>
            </a:xfrm>
            <a:custGeom>
              <a:avLst/>
              <a:gdLst>
                <a:gd name="T0" fmla="*/ 7451 w 7451"/>
                <a:gd name="T1" fmla="*/ 0 h 151"/>
                <a:gd name="T2" fmla="*/ 4441 w 7451"/>
                <a:gd name="T3" fmla="*/ 1 h 151"/>
                <a:gd name="T4" fmla="*/ 4381 w 7451"/>
                <a:gd name="T5" fmla="*/ 35 h 151"/>
                <a:gd name="T6" fmla="*/ 3097 w 7451"/>
                <a:gd name="T7" fmla="*/ 35 h 151"/>
                <a:gd name="T8" fmla="*/ 3020 w 7451"/>
                <a:gd name="T9" fmla="*/ 1 h 151"/>
                <a:gd name="T10" fmla="*/ 0 w 7451"/>
                <a:gd name="T11" fmla="*/ 0 h 151"/>
                <a:gd name="T12" fmla="*/ 0 w 7451"/>
                <a:gd name="T13" fmla="*/ 35 h 151"/>
                <a:gd name="T14" fmla="*/ 0 w 7451"/>
                <a:gd name="T15" fmla="*/ 35 h 151"/>
                <a:gd name="T16" fmla="*/ 61 w 7451"/>
                <a:gd name="T17" fmla="*/ 53 h 151"/>
                <a:gd name="T18" fmla="*/ 98 w 7451"/>
                <a:gd name="T19" fmla="*/ 65 h 151"/>
                <a:gd name="T20" fmla="*/ 140 w 7451"/>
                <a:gd name="T21" fmla="*/ 75 h 151"/>
                <a:gd name="T22" fmla="*/ 140 w 7451"/>
                <a:gd name="T23" fmla="*/ 75 h 151"/>
                <a:gd name="T24" fmla="*/ 168 w 7451"/>
                <a:gd name="T25" fmla="*/ 82 h 151"/>
                <a:gd name="T26" fmla="*/ 216 w 7451"/>
                <a:gd name="T27" fmla="*/ 90 h 151"/>
                <a:gd name="T28" fmla="*/ 286 w 7451"/>
                <a:gd name="T29" fmla="*/ 102 h 151"/>
                <a:gd name="T30" fmla="*/ 384 w 7451"/>
                <a:gd name="T31" fmla="*/ 114 h 151"/>
                <a:gd name="T32" fmla="*/ 384 w 7451"/>
                <a:gd name="T33" fmla="*/ 114 h 151"/>
                <a:gd name="T34" fmla="*/ 438 w 7451"/>
                <a:gd name="T35" fmla="*/ 121 h 151"/>
                <a:gd name="T36" fmla="*/ 510 w 7451"/>
                <a:gd name="T37" fmla="*/ 127 h 151"/>
                <a:gd name="T38" fmla="*/ 601 w 7451"/>
                <a:gd name="T39" fmla="*/ 134 h 151"/>
                <a:gd name="T40" fmla="*/ 707 w 7451"/>
                <a:gd name="T41" fmla="*/ 141 h 151"/>
                <a:gd name="T42" fmla="*/ 707 w 7451"/>
                <a:gd name="T43" fmla="*/ 141 h 151"/>
                <a:gd name="T44" fmla="*/ 838 w 7451"/>
                <a:gd name="T45" fmla="*/ 146 h 151"/>
                <a:gd name="T46" fmla="*/ 924 w 7451"/>
                <a:gd name="T47" fmla="*/ 148 h 151"/>
                <a:gd name="T48" fmla="*/ 924 w 7451"/>
                <a:gd name="T49" fmla="*/ 148 h 151"/>
                <a:gd name="T50" fmla="*/ 1195 w 7451"/>
                <a:gd name="T51" fmla="*/ 149 h 151"/>
                <a:gd name="T52" fmla="*/ 1718 w 7451"/>
                <a:gd name="T53" fmla="*/ 151 h 151"/>
                <a:gd name="T54" fmla="*/ 3188 w 7451"/>
                <a:gd name="T55" fmla="*/ 151 h 151"/>
                <a:gd name="T56" fmla="*/ 5479 w 7451"/>
                <a:gd name="T57" fmla="*/ 149 h 151"/>
                <a:gd name="T58" fmla="*/ 5479 w 7451"/>
                <a:gd name="T59" fmla="*/ 149 h 151"/>
                <a:gd name="T60" fmla="*/ 5921 w 7451"/>
                <a:gd name="T61" fmla="*/ 151 h 151"/>
                <a:gd name="T62" fmla="*/ 6244 w 7451"/>
                <a:gd name="T63" fmla="*/ 151 h 151"/>
                <a:gd name="T64" fmla="*/ 6529 w 7451"/>
                <a:gd name="T65" fmla="*/ 148 h 151"/>
                <a:gd name="T66" fmla="*/ 6529 w 7451"/>
                <a:gd name="T67" fmla="*/ 148 h 151"/>
                <a:gd name="T68" fmla="*/ 6613 w 7451"/>
                <a:gd name="T69" fmla="*/ 146 h 151"/>
                <a:gd name="T70" fmla="*/ 6744 w 7451"/>
                <a:gd name="T71" fmla="*/ 141 h 151"/>
                <a:gd name="T72" fmla="*/ 6744 w 7451"/>
                <a:gd name="T73" fmla="*/ 141 h 151"/>
                <a:gd name="T74" fmla="*/ 6852 w 7451"/>
                <a:gd name="T75" fmla="*/ 134 h 151"/>
                <a:gd name="T76" fmla="*/ 6941 w 7451"/>
                <a:gd name="T77" fmla="*/ 127 h 151"/>
                <a:gd name="T78" fmla="*/ 7015 w 7451"/>
                <a:gd name="T79" fmla="*/ 121 h 151"/>
                <a:gd name="T80" fmla="*/ 7069 w 7451"/>
                <a:gd name="T81" fmla="*/ 114 h 151"/>
                <a:gd name="T82" fmla="*/ 7069 w 7451"/>
                <a:gd name="T83" fmla="*/ 114 h 151"/>
                <a:gd name="T84" fmla="*/ 7166 w 7451"/>
                <a:gd name="T85" fmla="*/ 102 h 151"/>
                <a:gd name="T86" fmla="*/ 7237 w 7451"/>
                <a:gd name="T87" fmla="*/ 90 h 151"/>
                <a:gd name="T88" fmla="*/ 7284 w 7451"/>
                <a:gd name="T89" fmla="*/ 82 h 151"/>
                <a:gd name="T90" fmla="*/ 7313 w 7451"/>
                <a:gd name="T91" fmla="*/ 75 h 151"/>
                <a:gd name="T92" fmla="*/ 7313 w 7451"/>
                <a:gd name="T93" fmla="*/ 75 h 151"/>
                <a:gd name="T94" fmla="*/ 7353 w 7451"/>
                <a:gd name="T95" fmla="*/ 65 h 151"/>
                <a:gd name="T96" fmla="*/ 7390 w 7451"/>
                <a:gd name="T97" fmla="*/ 53 h 151"/>
                <a:gd name="T98" fmla="*/ 7451 w 7451"/>
                <a:gd name="T99" fmla="*/ 35 h 151"/>
                <a:gd name="T100" fmla="*/ 7451 w 7451"/>
                <a:gd name="T101" fmla="*/ 0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7451" h="151">
                  <a:moveTo>
                    <a:pt x="7451" y="0"/>
                  </a:moveTo>
                  <a:lnTo>
                    <a:pt x="4441" y="1"/>
                  </a:lnTo>
                  <a:lnTo>
                    <a:pt x="4381" y="35"/>
                  </a:lnTo>
                  <a:lnTo>
                    <a:pt x="3097" y="35"/>
                  </a:lnTo>
                  <a:lnTo>
                    <a:pt x="3020" y="1"/>
                  </a:lnTo>
                  <a:lnTo>
                    <a:pt x="0" y="0"/>
                  </a:lnTo>
                  <a:lnTo>
                    <a:pt x="0" y="35"/>
                  </a:lnTo>
                  <a:lnTo>
                    <a:pt x="0" y="35"/>
                  </a:lnTo>
                  <a:lnTo>
                    <a:pt x="61" y="53"/>
                  </a:lnTo>
                  <a:lnTo>
                    <a:pt x="98" y="65"/>
                  </a:lnTo>
                  <a:lnTo>
                    <a:pt x="140" y="75"/>
                  </a:lnTo>
                  <a:lnTo>
                    <a:pt x="140" y="75"/>
                  </a:lnTo>
                  <a:lnTo>
                    <a:pt x="168" y="82"/>
                  </a:lnTo>
                  <a:lnTo>
                    <a:pt x="216" y="90"/>
                  </a:lnTo>
                  <a:lnTo>
                    <a:pt x="286" y="102"/>
                  </a:lnTo>
                  <a:lnTo>
                    <a:pt x="384" y="114"/>
                  </a:lnTo>
                  <a:lnTo>
                    <a:pt x="384" y="114"/>
                  </a:lnTo>
                  <a:lnTo>
                    <a:pt x="438" y="121"/>
                  </a:lnTo>
                  <a:lnTo>
                    <a:pt x="510" y="127"/>
                  </a:lnTo>
                  <a:lnTo>
                    <a:pt x="601" y="134"/>
                  </a:lnTo>
                  <a:lnTo>
                    <a:pt x="707" y="141"/>
                  </a:lnTo>
                  <a:lnTo>
                    <a:pt x="707" y="141"/>
                  </a:lnTo>
                  <a:lnTo>
                    <a:pt x="838" y="146"/>
                  </a:lnTo>
                  <a:lnTo>
                    <a:pt x="924" y="148"/>
                  </a:lnTo>
                  <a:lnTo>
                    <a:pt x="924" y="148"/>
                  </a:lnTo>
                  <a:lnTo>
                    <a:pt x="1195" y="149"/>
                  </a:lnTo>
                  <a:lnTo>
                    <a:pt x="1718" y="151"/>
                  </a:lnTo>
                  <a:lnTo>
                    <a:pt x="3188" y="151"/>
                  </a:lnTo>
                  <a:lnTo>
                    <a:pt x="5479" y="149"/>
                  </a:lnTo>
                  <a:lnTo>
                    <a:pt x="5479" y="149"/>
                  </a:lnTo>
                  <a:lnTo>
                    <a:pt x="5921" y="151"/>
                  </a:lnTo>
                  <a:lnTo>
                    <a:pt x="6244" y="151"/>
                  </a:lnTo>
                  <a:lnTo>
                    <a:pt x="6529" y="148"/>
                  </a:lnTo>
                  <a:lnTo>
                    <a:pt x="6529" y="148"/>
                  </a:lnTo>
                  <a:lnTo>
                    <a:pt x="6613" y="146"/>
                  </a:lnTo>
                  <a:lnTo>
                    <a:pt x="6744" y="141"/>
                  </a:lnTo>
                  <a:lnTo>
                    <a:pt x="6744" y="141"/>
                  </a:lnTo>
                  <a:lnTo>
                    <a:pt x="6852" y="134"/>
                  </a:lnTo>
                  <a:lnTo>
                    <a:pt x="6941" y="127"/>
                  </a:lnTo>
                  <a:lnTo>
                    <a:pt x="7015" y="121"/>
                  </a:lnTo>
                  <a:lnTo>
                    <a:pt x="7069" y="114"/>
                  </a:lnTo>
                  <a:lnTo>
                    <a:pt x="7069" y="114"/>
                  </a:lnTo>
                  <a:lnTo>
                    <a:pt x="7166" y="102"/>
                  </a:lnTo>
                  <a:lnTo>
                    <a:pt x="7237" y="90"/>
                  </a:lnTo>
                  <a:lnTo>
                    <a:pt x="7284" y="82"/>
                  </a:lnTo>
                  <a:lnTo>
                    <a:pt x="7313" y="75"/>
                  </a:lnTo>
                  <a:lnTo>
                    <a:pt x="7313" y="75"/>
                  </a:lnTo>
                  <a:lnTo>
                    <a:pt x="7353" y="65"/>
                  </a:lnTo>
                  <a:lnTo>
                    <a:pt x="7390" y="53"/>
                  </a:lnTo>
                  <a:lnTo>
                    <a:pt x="7451" y="35"/>
                  </a:lnTo>
                  <a:lnTo>
                    <a:pt x="7451" y="0"/>
                  </a:lnTo>
                  <a:close/>
                </a:path>
              </a:pathLst>
            </a:custGeom>
            <a:solidFill>
              <a:srgbClr val="A5A6A8"/>
            </a:solidFill>
            <a:ln>
              <a:noFill/>
            </a:ln>
            <a:effectLst>
              <a:innerShdw blurRad="114300">
                <a:prstClr val="black">
                  <a:alpha val="7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2" name="9Slide.vn 7">
              <a:extLst>
                <a:ext uri="{FF2B5EF4-FFF2-40B4-BE49-F238E27FC236}">
                  <a16:creationId xmlns:a16="http://schemas.microsoft.com/office/drawing/2014/main" id="{FF3498DC-8213-4932-9704-8122CCB4C5A1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55563"/>
            </a:xfrm>
            <a:custGeom>
              <a:avLst/>
              <a:gdLst>
                <a:gd name="T0" fmla="*/ 7451 w 7451"/>
                <a:gd name="T1" fmla="*/ 35 h 35"/>
                <a:gd name="T2" fmla="*/ 0 w 7451"/>
                <a:gd name="T3" fmla="*/ 35 h 35"/>
                <a:gd name="T4" fmla="*/ 0 w 7451"/>
                <a:gd name="T5" fmla="*/ 0 h 35"/>
                <a:gd name="T6" fmla="*/ 3020 w 7451"/>
                <a:gd name="T7" fmla="*/ 0 h 35"/>
                <a:gd name="T8" fmla="*/ 3047 w 7451"/>
                <a:gd name="T9" fmla="*/ 18 h 35"/>
                <a:gd name="T10" fmla="*/ 4413 w 7451"/>
                <a:gd name="T11" fmla="*/ 18 h 35"/>
                <a:gd name="T12" fmla="*/ 4441 w 7451"/>
                <a:gd name="T13" fmla="*/ 0 h 35"/>
                <a:gd name="T14" fmla="*/ 7451 w 7451"/>
                <a:gd name="T15" fmla="*/ 0 h 35"/>
                <a:gd name="T16" fmla="*/ 7451 w 7451"/>
                <a:gd name="T17" fmla="*/ 35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451" h="35">
                  <a:moveTo>
                    <a:pt x="7451" y="35"/>
                  </a:moveTo>
                  <a:lnTo>
                    <a:pt x="0" y="35"/>
                  </a:lnTo>
                  <a:lnTo>
                    <a:pt x="0" y="0"/>
                  </a:lnTo>
                  <a:lnTo>
                    <a:pt x="3020" y="0"/>
                  </a:lnTo>
                  <a:lnTo>
                    <a:pt x="3047" y="18"/>
                  </a:lnTo>
                  <a:lnTo>
                    <a:pt x="4413" y="18"/>
                  </a:lnTo>
                  <a:lnTo>
                    <a:pt x="4441" y="0"/>
                  </a:lnTo>
                  <a:lnTo>
                    <a:pt x="7451" y="0"/>
                  </a:lnTo>
                  <a:lnTo>
                    <a:pt x="7451" y="35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/>
                </a:gs>
                <a:gs pos="9000">
                  <a:srgbClr val="DFE0E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3" name="9Slide.vn 8">
              <a:extLst>
                <a:ext uri="{FF2B5EF4-FFF2-40B4-BE49-F238E27FC236}">
                  <a16:creationId xmlns:a16="http://schemas.microsoft.com/office/drawing/2014/main" id="{344E556A-A4C9-4D98-B474-D2B99294DACD}"/>
                </a:ext>
              </a:extLst>
            </p:cNvPr>
            <p:cNvSpPr>
              <a:spLocks/>
            </p:cNvSpPr>
            <p:nvPr/>
          </p:nvSpPr>
          <p:spPr bwMode="auto">
            <a:xfrm>
              <a:off x="7524750" y="6619875"/>
              <a:ext cx="2255838" cy="90488"/>
            </a:xfrm>
            <a:custGeom>
              <a:avLst/>
              <a:gdLst>
                <a:gd name="T0" fmla="*/ 1389 w 1421"/>
                <a:gd name="T1" fmla="*/ 2 h 57"/>
                <a:gd name="T2" fmla="*/ 32 w 1421"/>
                <a:gd name="T3" fmla="*/ 2 h 57"/>
                <a:gd name="T4" fmla="*/ 32 w 1421"/>
                <a:gd name="T5" fmla="*/ 2 h 57"/>
                <a:gd name="T6" fmla="*/ 17 w 1421"/>
                <a:gd name="T7" fmla="*/ 2 h 57"/>
                <a:gd name="T8" fmla="*/ 0 w 1421"/>
                <a:gd name="T9" fmla="*/ 0 h 57"/>
                <a:gd name="T10" fmla="*/ 0 w 1421"/>
                <a:gd name="T11" fmla="*/ 34 h 57"/>
                <a:gd name="T12" fmla="*/ 0 w 1421"/>
                <a:gd name="T13" fmla="*/ 34 h 57"/>
                <a:gd name="T14" fmla="*/ 20 w 1421"/>
                <a:gd name="T15" fmla="*/ 44 h 57"/>
                <a:gd name="T16" fmla="*/ 42 w 1421"/>
                <a:gd name="T17" fmla="*/ 51 h 57"/>
                <a:gd name="T18" fmla="*/ 64 w 1421"/>
                <a:gd name="T19" fmla="*/ 56 h 57"/>
                <a:gd name="T20" fmla="*/ 85 w 1421"/>
                <a:gd name="T21" fmla="*/ 57 h 57"/>
                <a:gd name="T22" fmla="*/ 1337 w 1421"/>
                <a:gd name="T23" fmla="*/ 57 h 57"/>
                <a:gd name="T24" fmla="*/ 1337 w 1421"/>
                <a:gd name="T25" fmla="*/ 57 h 57"/>
                <a:gd name="T26" fmla="*/ 1359 w 1421"/>
                <a:gd name="T27" fmla="*/ 56 h 57"/>
                <a:gd name="T28" fmla="*/ 1381 w 1421"/>
                <a:gd name="T29" fmla="*/ 51 h 57"/>
                <a:gd name="T30" fmla="*/ 1401 w 1421"/>
                <a:gd name="T31" fmla="*/ 44 h 57"/>
                <a:gd name="T32" fmla="*/ 1421 w 1421"/>
                <a:gd name="T33" fmla="*/ 34 h 57"/>
                <a:gd name="T34" fmla="*/ 1421 w 1421"/>
                <a:gd name="T35" fmla="*/ 0 h 57"/>
                <a:gd name="T36" fmla="*/ 1421 w 1421"/>
                <a:gd name="T37" fmla="*/ 0 h 57"/>
                <a:gd name="T38" fmla="*/ 1406 w 1421"/>
                <a:gd name="T39" fmla="*/ 2 h 57"/>
                <a:gd name="T40" fmla="*/ 1389 w 1421"/>
                <a:gd name="T41" fmla="*/ 2 h 57"/>
                <a:gd name="T42" fmla="*/ 1389 w 1421"/>
                <a:gd name="T43" fmla="*/ 2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421" h="57">
                  <a:moveTo>
                    <a:pt x="1389" y="2"/>
                  </a:moveTo>
                  <a:lnTo>
                    <a:pt x="32" y="2"/>
                  </a:lnTo>
                  <a:lnTo>
                    <a:pt x="32" y="2"/>
                  </a:lnTo>
                  <a:lnTo>
                    <a:pt x="17" y="2"/>
                  </a:lnTo>
                  <a:lnTo>
                    <a:pt x="0" y="0"/>
                  </a:lnTo>
                  <a:lnTo>
                    <a:pt x="0" y="34"/>
                  </a:lnTo>
                  <a:lnTo>
                    <a:pt x="0" y="34"/>
                  </a:lnTo>
                  <a:lnTo>
                    <a:pt x="20" y="44"/>
                  </a:lnTo>
                  <a:lnTo>
                    <a:pt x="42" y="51"/>
                  </a:lnTo>
                  <a:lnTo>
                    <a:pt x="64" y="56"/>
                  </a:lnTo>
                  <a:lnTo>
                    <a:pt x="85" y="57"/>
                  </a:lnTo>
                  <a:lnTo>
                    <a:pt x="1337" y="57"/>
                  </a:lnTo>
                  <a:lnTo>
                    <a:pt x="1337" y="57"/>
                  </a:lnTo>
                  <a:lnTo>
                    <a:pt x="1359" y="56"/>
                  </a:lnTo>
                  <a:lnTo>
                    <a:pt x="1381" y="51"/>
                  </a:lnTo>
                  <a:lnTo>
                    <a:pt x="1401" y="44"/>
                  </a:lnTo>
                  <a:lnTo>
                    <a:pt x="1421" y="34"/>
                  </a:lnTo>
                  <a:lnTo>
                    <a:pt x="1421" y="0"/>
                  </a:lnTo>
                  <a:lnTo>
                    <a:pt x="1421" y="0"/>
                  </a:lnTo>
                  <a:lnTo>
                    <a:pt x="1406" y="2"/>
                  </a:lnTo>
                  <a:lnTo>
                    <a:pt x="1389" y="2"/>
                  </a:lnTo>
                  <a:lnTo>
                    <a:pt x="1389" y="2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>
                    <a:lumMod val="95000"/>
                  </a:srgbClr>
                </a:gs>
                <a:gs pos="9000">
                  <a:srgbClr val="DFE0E1">
                    <a:lumMod val="95000"/>
                  </a:srgbClr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5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3219450" y="1400175"/>
            <a:ext cx="5762625" cy="360045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pic>
        <p:nvPicPr>
          <p:cNvPr id="29" name="Picture 2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6287B9FD-C79A-8EEC-DA77-0430594CE6FC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04660008-7F5F-0A11-964B-A878CD65CF31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F9D2699-A975-3955-567E-8D16A284D731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D3125F0-F340-CFA8-92F8-610235DCCCF8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C743FA-D9C9-C6C2-44F3-7300A846F325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E1E68D7F-2272-301E-994D-57A01621A87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B08B4A4-84FB-D350-B610-3F768FCC3D0F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0" name="Picture 29">
            <a:extLst>
              <a:ext uri="{FF2B5EF4-FFF2-40B4-BE49-F238E27FC236}">
                <a16:creationId xmlns:a16="http://schemas.microsoft.com/office/drawing/2014/main" id="{F77AB56C-52A9-72A6-BE5C-712FF50C357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1" name="Date Placeholder 3">
            <a:extLst>
              <a:ext uri="{FF2B5EF4-FFF2-40B4-BE49-F238E27FC236}">
                <a16:creationId xmlns:a16="http://schemas.microsoft.com/office/drawing/2014/main" id="{03EA8419-42D3-1B00-055A-95A63C389F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16-Dec-25</a:t>
            </a:fld>
            <a:endParaRPr lang="en-US"/>
          </a:p>
        </p:txBody>
      </p:sp>
      <p:sp>
        <p:nvSpPr>
          <p:cNvPr id="32" name="Footer Placeholder 4">
            <a:extLst>
              <a:ext uri="{FF2B5EF4-FFF2-40B4-BE49-F238E27FC236}">
                <a16:creationId xmlns:a16="http://schemas.microsoft.com/office/drawing/2014/main" id="{0485261C-7BF5-B42D-297D-A35E47524B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53444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cbook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FDADA73C-32DA-6364-6627-ED34BFEF2D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2247" y="1727802"/>
            <a:ext cx="3453753" cy="3402396"/>
          </a:xfrm>
          <a:prstGeom prst="rect">
            <a:avLst/>
          </a:prstGeom>
        </p:spPr>
      </p:pic>
      <p:grpSp>
        <p:nvGrpSpPr>
          <p:cNvPr id="10" name="9Slide.vn 1">
            <a:extLst>
              <a:ext uri="{FF2B5EF4-FFF2-40B4-BE49-F238E27FC236}">
                <a16:creationId xmlns:a16="http://schemas.microsoft.com/office/drawing/2014/main" id="{2946107B-86B5-4108-B9D9-FBE88B6AF6A9}"/>
              </a:ext>
            </a:extLst>
          </p:cNvPr>
          <p:cNvGrpSpPr/>
          <p:nvPr userDrawn="1"/>
        </p:nvGrpSpPr>
        <p:grpSpPr>
          <a:xfrm>
            <a:off x="5868547" y="1080007"/>
            <a:ext cx="7666588" cy="4425443"/>
            <a:chOff x="2738438" y="30163"/>
            <a:chExt cx="11828463" cy="6827838"/>
          </a:xfrm>
        </p:grpSpPr>
        <p:sp>
          <p:nvSpPr>
            <p:cNvPr id="17" name="9Slide.vn 2">
              <a:extLst>
                <a:ext uri="{FF2B5EF4-FFF2-40B4-BE49-F238E27FC236}">
                  <a16:creationId xmlns:a16="http://schemas.microsoft.com/office/drawing/2014/main" id="{4C6E1B3E-70F8-4E17-8666-2C90A7910CF5}"/>
                </a:ext>
              </a:extLst>
            </p:cNvPr>
            <p:cNvSpPr>
              <a:spLocks/>
            </p:cNvSpPr>
            <p:nvPr/>
          </p:nvSpPr>
          <p:spPr bwMode="auto">
            <a:xfrm>
              <a:off x="3821113" y="30163"/>
              <a:ext cx="9663113" cy="6823075"/>
            </a:xfrm>
            <a:custGeom>
              <a:avLst/>
              <a:gdLst>
                <a:gd name="T0" fmla="*/ 201 w 6087"/>
                <a:gd name="T1" fmla="*/ 4298 h 4298"/>
                <a:gd name="T2" fmla="*/ 181 w 6087"/>
                <a:gd name="T3" fmla="*/ 4298 h 4298"/>
                <a:gd name="T4" fmla="*/ 141 w 6087"/>
                <a:gd name="T5" fmla="*/ 4289 h 4298"/>
                <a:gd name="T6" fmla="*/ 106 w 6087"/>
                <a:gd name="T7" fmla="*/ 4274 h 4298"/>
                <a:gd name="T8" fmla="*/ 74 w 6087"/>
                <a:gd name="T9" fmla="*/ 4252 h 4298"/>
                <a:gd name="T10" fmla="*/ 47 w 6087"/>
                <a:gd name="T11" fmla="*/ 4225 h 4298"/>
                <a:gd name="T12" fmla="*/ 25 w 6087"/>
                <a:gd name="T13" fmla="*/ 4193 h 4298"/>
                <a:gd name="T14" fmla="*/ 10 w 6087"/>
                <a:gd name="T15" fmla="*/ 4158 h 4298"/>
                <a:gd name="T16" fmla="*/ 1 w 6087"/>
                <a:gd name="T17" fmla="*/ 4118 h 4298"/>
                <a:gd name="T18" fmla="*/ 0 w 6087"/>
                <a:gd name="T19" fmla="*/ 201 h 4298"/>
                <a:gd name="T20" fmla="*/ 1 w 6087"/>
                <a:gd name="T21" fmla="*/ 181 h 4298"/>
                <a:gd name="T22" fmla="*/ 10 w 6087"/>
                <a:gd name="T23" fmla="*/ 141 h 4298"/>
                <a:gd name="T24" fmla="*/ 25 w 6087"/>
                <a:gd name="T25" fmla="*/ 105 h 4298"/>
                <a:gd name="T26" fmla="*/ 47 w 6087"/>
                <a:gd name="T27" fmla="*/ 74 h 4298"/>
                <a:gd name="T28" fmla="*/ 74 w 6087"/>
                <a:gd name="T29" fmla="*/ 47 h 4298"/>
                <a:gd name="T30" fmla="*/ 106 w 6087"/>
                <a:gd name="T31" fmla="*/ 25 h 4298"/>
                <a:gd name="T32" fmla="*/ 141 w 6087"/>
                <a:gd name="T33" fmla="*/ 10 h 4298"/>
                <a:gd name="T34" fmla="*/ 181 w 6087"/>
                <a:gd name="T35" fmla="*/ 1 h 4298"/>
                <a:gd name="T36" fmla="*/ 5887 w 6087"/>
                <a:gd name="T37" fmla="*/ 0 h 4298"/>
                <a:gd name="T38" fmla="*/ 5907 w 6087"/>
                <a:gd name="T39" fmla="*/ 1 h 4298"/>
                <a:gd name="T40" fmla="*/ 5946 w 6087"/>
                <a:gd name="T41" fmla="*/ 10 h 4298"/>
                <a:gd name="T42" fmla="*/ 5983 w 6087"/>
                <a:gd name="T43" fmla="*/ 25 h 4298"/>
                <a:gd name="T44" fmla="*/ 6015 w 6087"/>
                <a:gd name="T45" fmla="*/ 47 h 4298"/>
                <a:gd name="T46" fmla="*/ 6042 w 6087"/>
                <a:gd name="T47" fmla="*/ 74 h 4298"/>
                <a:gd name="T48" fmla="*/ 6064 w 6087"/>
                <a:gd name="T49" fmla="*/ 105 h 4298"/>
                <a:gd name="T50" fmla="*/ 6079 w 6087"/>
                <a:gd name="T51" fmla="*/ 141 h 4298"/>
                <a:gd name="T52" fmla="*/ 6087 w 6087"/>
                <a:gd name="T53" fmla="*/ 181 h 4298"/>
                <a:gd name="T54" fmla="*/ 6087 w 6087"/>
                <a:gd name="T55" fmla="*/ 4097 h 4298"/>
                <a:gd name="T56" fmla="*/ 6087 w 6087"/>
                <a:gd name="T57" fmla="*/ 4118 h 4298"/>
                <a:gd name="T58" fmla="*/ 6079 w 6087"/>
                <a:gd name="T59" fmla="*/ 4158 h 4298"/>
                <a:gd name="T60" fmla="*/ 6064 w 6087"/>
                <a:gd name="T61" fmla="*/ 4193 h 4298"/>
                <a:gd name="T62" fmla="*/ 6042 w 6087"/>
                <a:gd name="T63" fmla="*/ 4225 h 4298"/>
                <a:gd name="T64" fmla="*/ 6015 w 6087"/>
                <a:gd name="T65" fmla="*/ 4252 h 4298"/>
                <a:gd name="T66" fmla="*/ 5983 w 6087"/>
                <a:gd name="T67" fmla="*/ 4274 h 4298"/>
                <a:gd name="T68" fmla="*/ 5946 w 6087"/>
                <a:gd name="T69" fmla="*/ 4289 h 4298"/>
                <a:gd name="T70" fmla="*/ 5907 w 6087"/>
                <a:gd name="T71" fmla="*/ 4298 h 4298"/>
                <a:gd name="T72" fmla="*/ 5887 w 6087"/>
                <a:gd name="T73" fmla="*/ 4298 h 42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87" h="4298">
                  <a:moveTo>
                    <a:pt x="5887" y="4298"/>
                  </a:moveTo>
                  <a:lnTo>
                    <a:pt x="201" y="4298"/>
                  </a:lnTo>
                  <a:lnTo>
                    <a:pt x="201" y="4298"/>
                  </a:lnTo>
                  <a:lnTo>
                    <a:pt x="181" y="4298"/>
                  </a:lnTo>
                  <a:lnTo>
                    <a:pt x="161" y="4294"/>
                  </a:lnTo>
                  <a:lnTo>
                    <a:pt x="141" y="4289"/>
                  </a:lnTo>
                  <a:lnTo>
                    <a:pt x="122" y="4282"/>
                  </a:lnTo>
                  <a:lnTo>
                    <a:pt x="106" y="4274"/>
                  </a:lnTo>
                  <a:lnTo>
                    <a:pt x="89" y="4264"/>
                  </a:lnTo>
                  <a:lnTo>
                    <a:pt x="74" y="4252"/>
                  </a:lnTo>
                  <a:lnTo>
                    <a:pt x="58" y="4239"/>
                  </a:lnTo>
                  <a:lnTo>
                    <a:pt x="47" y="4225"/>
                  </a:lnTo>
                  <a:lnTo>
                    <a:pt x="35" y="4210"/>
                  </a:lnTo>
                  <a:lnTo>
                    <a:pt x="25" y="4193"/>
                  </a:lnTo>
                  <a:lnTo>
                    <a:pt x="16" y="4177"/>
                  </a:lnTo>
                  <a:lnTo>
                    <a:pt x="10" y="4158"/>
                  </a:lnTo>
                  <a:lnTo>
                    <a:pt x="5" y="4138"/>
                  </a:lnTo>
                  <a:lnTo>
                    <a:pt x="1" y="4118"/>
                  </a:lnTo>
                  <a:lnTo>
                    <a:pt x="0" y="4097"/>
                  </a:lnTo>
                  <a:lnTo>
                    <a:pt x="0" y="201"/>
                  </a:lnTo>
                  <a:lnTo>
                    <a:pt x="0" y="201"/>
                  </a:lnTo>
                  <a:lnTo>
                    <a:pt x="1" y="181"/>
                  </a:lnTo>
                  <a:lnTo>
                    <a:pt x="5" y="161"/>
                  </a:lnTo>
                  <a:lnTo>
                    <a:pt x="10" y="141"/>
                  </a:lnTo>
                  <a:lnTo>
                    <a:pt x="16" y="122"/>
                  </a:lnTo>
                  <a:lnTo>
                    <a:pt x="25" y="105"/>
                  </a:lnTo>
                  <a:lnTo>
                    <a:pt x="35" y="89"/>
                  </a:lnTo>
                  <a:lnTo>
                    <a:pt x="47" y="74"/>
                  </a:lnTo>
                  <a:lnTo>
                    <a:pt x="58" y="58"/>
                  </a:lnTo>
                  <a:lnTo>
                    <a:pt x="74" y="47"/>
                  </a:lnTo>
                  <a:lnTo>
                    <a:pt x="89" y="35"/>
                  </a:lnTo>
                  <a:lnTo>
                    <a:pt x="106" y="25"/>
                  </a:lnTo>
                  <a:lnTo>
                    <a:pt x="122" y="16"/>
                  </a:lnTo>
                  <a:lnTo>
                    <a:pt x="141" y="10"/>
                  </a:lnTo>
                  <a:lnTo>
                    <a:pt x="161" y="5"/>
                  </a:lnTo>
                  <a:lnTo>
                    <a:pt x="181" y="1"/>
                  </a:lnTo>
                  <a:lnTo>
                    <a:pt x="201" y="0"/>
                  </a:lnTo>
                  <a:lnTo>
                    <a:pt x="5887" y="0"/>
                  </a:lnTo>
                  <a:lnTo>
                    <a:pt x="5887" y="0"/>
                  </a:lnTo>
                  <a:lnTo>
                    <a:pt x="5907" y="1"/>
                  </a:lnTo>
                  <a:lnTo>
                    <a:pt x="5927" y="5"/>
                  </a:lnTo>
                  <a:lnTo>
                    <a:pt x="5946" y="10"/>
                  </a:lnTo>
                  <a:lnTo>
                    <a:pt x="5964" y="16"/>
                  </a:lnTo>
                  <a:lnTo>
                    <a:pt x="5983" y="25"/>
                  </a:lnTo>
                  <a:lnTo>
                    <a:pt x="6000" y="35"/>
                  </a:lnTo>
                  <a:lnTo>
                    <a:pt x="6015" y="47"/>
                  </a:lnTo>
                  <a:lnTo>
                    <a:pt x="6028" y="58"/>
                  </a:lnTo>
                  <a:lnTo>
                    <a:pt x="6042" y="74"/>
                  </a:lnTo>
                  <a:lnTo>
                    <a:pt x="6054" y="89"/>
                  </a:lnTo>
                  <a:lnTo>
                    <a:pt x="6064" y="105"/>
                  </a:lnTo>
                  <a:lnTo>
                    <a:pt x="6072" y="122"/>
                  </a:lnTo>
                  <a:lnTo>
                    <a:pt x="6079" y="141"/>
                  </a:lnTo>
                  <a:lnTo>
                    <a:pt x="6084" y="161"/>
                  </a:lnTo>
                  <a:lnTo>
                    <a:pt x="6087" y="181"/>
                  </a:lnTo>
                  <a:lnTo>
                    <a:pt x="6087" y="201"/>
                  </a:lnTo>
                  <a:lnTo>
                    <a:pt x="6087" y="4097"/>
                  </a:lnTo>
                  <a:lnTo>
                    <a:pt x="6087" y="4097"/>
                  </a:lnTo>
                  <a:lnTo>
                    <a:pt x="6087" y="4118"/>
                  </a:lnTo>
                  <a:lnTo>
                    <a:pt x="6084" y="4138"/>
                  </a:lnTo>
                  <a:lnTo>
                    <a:pt x="6079" y="4158"/>
                  </a:lnTo>
                  <a:lnTo>
                    <a:pt x="6072" y="4177"/>
                  </a:lnTo>
                  <a:lnTo>
                    <a:pt x="6064" y="4193"/>
                  </a:lnTo>
                  <a:lnTo>
                    <a:pt x="6054" y="4210"/>
                  </a:lnTo>
                  <a:lnTo>
                    <a:pt x="6042" y="4225"/>
                  </a:lnTo>
                  <a:lnTo>
                    <a:pt x="6028" y="4239"/>
                  </a:lnTo>
                  <a:lnTo>
                    <a:pt x="6015" y="4252"/>
                  </a:lnTo>
                  <a:lnTo>
                    <a:pt x="6000" y="4264"/>
                  </a:lnTo>
                  <a:lnTo>
                    <a:pt x="5983" y="4274"/>
                  </a:lnTo>
                  <a:lnTo>
                    <a:pt x="5964" y="4282"/>
                  </a:lnTo>
                  <a:lnTo>
                    <a:pt x="5946" y="4289"/>
                  </a:lnTo>
                  <a:lnTo>
                    <a:pt x="5927" y="4294"/>
                  </a:lnTo>
                  <a:lnTo>
                    <a:pt x="5907" y="4298"/>
                  </a:lnTo>
                  <a:lnTo>
                    <a:pt x="5887" y="4298"/>
                  </a:lnTo>
                  <a:lnTo>
                    <a:pt x="5887" y="429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B0B2B4"/>
                </a:gs>
                <a:gs pos="100000">
                  <a:srgbClr val="DFE0E1"/>
                </a:gs>
              </a:gsLst>
              <a:lin ang="0" scaled="1"/>
              <a:tileRect/>
            </a:gradFill>
            <a:ln>
              <a:noFill/>
            </a:ln>
            <a:effectLst>
              <a:innerShdw blurRad="63500">
                <a:prstClr val="black">
                  <a:alpha val="4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8" name="9Slide.vn 3">
              <a:extLst>
                <a:ext uri="{FF2B5EF4-FFF2-40B4-BE49-F238E27FC236}">
                  <a16:creationId xmlns:a16="http://schemas.microsoft.com/office/drawing/2014/main" id="{1C3B9052-DF89-48DA-900D-596E0ADF2E86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5563" y="74613"/>
              <a:ext cx="9574213" cy="6735763"/>
            </a:xfrm>
            <a:custGeom>
              <a:avLst/>
              <a:gdLst>
                <a:gd name="T0" fmla="*/ 173 w 6031"/>
                <a:gd name="T1" fmla="*/ 0 h 4243"/>
                <a:gd name="T2" fmla="*/ 155 w 6031"/>
                <a:gd name="T3" fmla="*/ 2 h 4243"/>
                <a:gd name="T4" fmla="*/ 121 w 6031"/>
                <a:gd name="T5" fmla="*/ 9 h 4243"/>
                <a:gd name="T6" fmla="*/ 91 w 6031"/>
                <a:gd name="T7" fmla="*/ 22 h 4243"/>
                <a:gd name="T8" fmla="*/ 64 w 6031"/>
                <a:gd name="T9" fmla="*/ 40 h 4243"/>
                <a:gd name="T10" fmla="*/ 41 w 6031"/>
                <a:gd name="T11" fmla="*/ 64 h 4243"/>
                <a:gd name="T12" fmla="*/ 22 w 6031"/>
                <a:gd name="T13" fmla="*/ 91 h 4243"/>
                <a:gd name="T14" fmla="*/ 9 w 6031"/>
                <a:gd name="T15" fmla="*/ 121 h 4243"/>
                <a:gd name="T16" fmla="*/ 2 w 6031"/>
                <a:gd name="T17" fmla="*/ 157 h 4243"/>
                <a:gd name="T18" fmla="*/ 0 w 6031"/>
                <a:gd name="T19" fmla="*/ 4069 h 4243"/>
                <a:gd name="T20" fmla="*/ 2 w 6031"/>
                <a:gd name="T21" fmla="*/ 4086 h 4243"/>
                <a:gd name="T22" fmla="*/ 9 w 6031"/>
                <a:gd name="T23" fmla="*/ 4120 h 4243"/>
                <a:gd name="T24" fmla="*/ 22 w 6031"/>
                <a:gd name="T25" fmla="*/ 4152 h 4243"/>
                <a:gd name="T26" fmla="*/ 41 w 6031"/>
                <a:gd name="T27" fmla="*/ 4179 h 4243"/>
                <a:gd name="T28" fmla="*/ 64 w 6031"/>
                <a:gd name="T29" fmla="*/ 4202 h 4243"/>
                <a:gd name="T30" fmla="*/ 91 w 6031"/>
                <a:gd name="T31" fmla="*/ 4221 h 4243"/>
                <a:gd name="T32" fmla="*/ 121 w 6031"/>
                <a:gd name="T33" fmla="*/ 4234 h 4243"/>
                <a:gd name="T34" fmla="*/ 155 w 6031"/>
                <a:gd name="T35" fmla="*/ 4241 h 4243"/>
                <a:gd name="T36" fmla="*/ 5859 w 6031"/>
                <a:gd name="T37" fmla="*/ 4243 h 4243"/>
                <a:gd name="T38" fmla="*/ 5876 w 6031"/>
                <a:gd name="T39" fmla="*/ 4241 h 4243"/>
                <a:gd name="T40" fmla="*/ 5910 w 6031"/>
                <a:gd name="T41" fmla="*/ 4234 h 4243"/>
                <a:gd name="T42" fmla="*/ 5941 w 6031"/>
                <a:gd name="T43" fmla="*/ 4221 h 4243"/>
                <a:gd name="T44" fmla="*/ 5968 w 6031"/>
                <a:gd name="T45" fmla="*/ 4202 h 4243"/>
                <a:gd name="T46" fmla="*/ 5992 w 6031"/>
                <a:gd name="T47" fmla="*/ 4179 h 4243"/>
                <a:gd name="T48" fmla="*/ 6010 w 6031"/>
                <a:gd name="T49" fmla="*/ 4152 h 4243"/>
                <a:gd name="T50" fmla="*/ 6024 w 6031"/>
                <a:gd name="T51" fmla="*/ 4120 h 4243"/>
                <a:gd name="T52" fmla="*/ 6031 w 6031"/>
                <a:gd name="T53" fmla="*/ 4086 h 4243"/>
                <a:gd name="T54" fmla="*/ 6031 w 6031"/>
                <a:gd name="T55" fmla="*/ 173 h 4243"/>
                <a:gd name="T56" fmla="*/ 6031 w 6031"/>
                <a:gd name="T57" fmla="*/ 157 h 4243"/>
                <a:gd name="T58" fmla="*/ 6024 w 6031"/>
                <a:gd name="T59" fmla="*/ 121 h 4243"/>
                <a:gd name="T60" fmla="*/ 6010 w 6031"/>
                <a:gd name="T61" fmla="*/ 91 h 4243"/>
                <a:gd name="T62" fmla="*/ 5992 w 6031"/>
                <a:gd name="T63" fmla="*/ 64 h 4243"/>
                <a:gd name="T64" fmla="*/ 5968 w 6031"/>
                <a:gd name="T65" fmla="*/ 40 h 4243"/>
                <a:gd name="T66" fmla="*/ 5941 w 6031"/>
                <a:gd name="T67" fmla="*/ 22 h 4243"/>
                <a:gd name="T68" fmla="*/ 5910 w 6031"/>
                <a:gd name="T69" fmla="*/ 9 h 4243"/>
                <a:gd name="T70" fmla="*/ 5876 w 6031"/>
                <a:gd name="T71" fmla="*/ 2 h 4243"/>
                <a:gd name="T72" fmla="*/ 5859 w 6031"/>
                <a:gd name="T73" fmla="*/ 0 h 4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31" h="4243">
                  <a:moveTo>
                    <a:pt x="5859" y="0"/>
                  </a:moveTo>
                  <a:lnTo>
                    <a:pt x="173" y="0"/>
                  </a:lnTo>
                  <a:lnTo>
                    <a:pt x="173" y="0"/>
                  </a:lnTo>
                  <a:lnTo>
                    <a:pt x="155" y="2"/>
                  </a:lnTo>
                  <a:lnTo>
                    <a:pt x="138" y="3"/>
                  </a:lnTo>
                  <a:lnTo>
                    <a:pt x="121" y="9"/>
                  </a:lnTo>
                  <a:lnTo>
                    <a:pt x="106" y="14"/>
                  </a:lnTo>
                  <a:lnTo>
                    <a:pt x="91" y="22"/>
                  </a:lnTo>
                  <a:lnTo>
                    <a:pt x="78" y="30"/>
                  </a:lnTo>
                  <a:lnTo>
                    <a:pt x="64" y="40"/>
                  </a:lnTo>
                  <a:lnTo>
                    <a:pt x="51" y="51"/>
                  </a:lnTo>
                  <a:lnTo>
                    <a:pt x="41" y="64"/>
                  </a:lnTo>
                  <a:lnTo>
                    <a:pt x="30" y="77"/>
                  </a:lnTo>
                  <a:lnTo>
                    <a:pt x="22" y="91"/>
                  </a:lnTo>
                  <a:lnTo>
                    <a:pt x="14" y="106"/>
                  </a:lnTo>
                  <a:lnTo>
                    <a:pt x="9" y="121"/>
                  </a:lnTo>
                  <a:lnTo>
                    <a:pt x="3" y="138"/>
                  </a:lnTo>
                  <a:lnTo>
                    <a:pt x="2" y="157"/>
                  </a:lnTo>
                  <a:lnTo>
                    <a:pt x="0" y="173"/>
                  </a:lnTo>
                  <a:lnTo>
                    <a:pt x="0" y="4069"/>
                  </a:lnTo>
                  <a:lnTo>
                    <a:pt x="0" y="4069"/>
                  </a:lnTo>
                  <a:lnTo>
                    <a:pt x="2" y="4086"/>
                  </a:lnTo>
                  <a:lnTo>
                    <a:pt x="3" y="4105"/>
                  </a:lnTo>
                  <a:lnTo>
                    <a:pt x="9" y="4120"/>
                  </a:lnTo>
                  <a:lnTo>
                    <a:pt x="14" y="4137"/>
                  </a:lnTo>
                  <a:lnTo>
                    <a:pt x="22" y="4152"/>
                  </a:lnTo>
                  <a:lnTo>
                    <a:pt x="30" y="4165"/>
                  </a:lnTo>
                  <a:lnTo>
                    <a:pt x="41" y="4179"/>
                  </a:lnTo>
                  <a:lnTo>
                    <a:pt x="51" y="4192"/>
                  </a:lnTo>
                  <a:lnTo>
                    <a:pt x="64" y="4202"/>
                  </a:lnTo>
                  <a:lnTo>
                    <a:pt x="78" y="4212"/>
                  </a:lnTo>
                  <a:lnTo>
                    <a:pt x="91" y="4221"/>
                  </a:lnTo>
                  <a:lnTo>
                    <a:pt x="106" y="4229"/>
                  </a:lnTo>
                  <a:lnTo>
                    <a:pt x="121" y="4234"/>
                  </a:lnTo>
                  <a:lnTo>
                    <a:pt x="138" y="4239"/>
                  </a:lnTo>
                  <a:lnTo>
                    <a:pt x="155" y="4241"/>
                  </a:lnTo>
                  <a:lnTo>
                    <a:pt x="173" y="4243"/>
                  </a:lnTo>
                  <a:lnTo>
                    <a:pt x="5859" y="4243"/>
                  </a:lnTo>
                  <a:lnTo>
                    <a:pt x="5859" y="4243"/>
                  </a:lnTo>
                  <a:lnTo>
                    <a:pt x="5876" y="4241"/>
                  </a:lnTo>
                  <a:lnTo>
                    <a:pt x="5893" y="4239"/>
                  </a:lnTo>
                  <a:lnTo>
                    <a:pt x="5910" y="4234"/>
                  </a:lnTo>
                  <a:lnTo>
                    <a:pt x="5926" y="4229"/>
                  </a:lnTo>
                  <a:lnTo>
                    <a:pt x="5941" y="4221"/>
                  </a:lnTo>
                  <a:lnTo>
                    <a:pt x="5955" y="4212"/>
                  </a:lnTo>
                  <a:lnTo>
                    <a:pt x="5968" y="4202"/>
                  </a:lnTo>
                  <a:lnTo>
                    <a:pt x="5980" y="4192"/>
                  </a:lnTo>
                  <a:lnTo>
                    <a:pt x="5992" y="4179"/>
                  </a:lnTo>
                  <a:lnTo>
                    <a:pt x="6002" y="4165"/>
                  </a:lnTo>
                  <a:lnTo>
                    <a:pt x="6010" y="4152"/>
                  </a:lnTo>
                  <a:lnTo>
                    <a:pt x="6017" y="4137"/>
                  </a:lnTo>
                  <a:lnTo>
                    <a:pt x="6024" y="4120"/>
                  </a:lnTo>
                  <a:lnTo>
                    <a:pt x="6027" y="4105"/>
                  </a:lnTo>
                  <a:lnTo>
                    <a:pt x="6031" y="4086"/>
                  </a:lnTo>
                  <a:lnTo>
                    <a:pt x="6031" y="4069"/>
                  </a:lnTo>
                  <a:lnTo>
                    <a:pt x="6031" y="173"/>
                  </a:lnTo>
                  <a:lnTo>
                    <a:pt x="6031" y="173"/>
                  </a:lnTo>
                  <a:lnTo>
                    <a:pt x="6031" y="157"/>
                  </a:lnTo>
                  <a:lnTo>
                    <a:pt x="6027" y="138"/>
                  </a:lnTo>
                  <a:lnTo>
                    <a:pt x="6024" y="121"/>
                  </a:lnTo>
                  <a:lnTo>
                    <a:pt x="6017" y="106"/>
                  </a:lnTo>
                  <a:lnTo>
                    <a:pt x="6010" y="91"/>
                  </a:lnTo>
                  <a:lnTo>
                    <a:pt x="6002" y="77"/>
                  </a:lnTo>
                  <a:lnTo>
                    <a:pt x="5992" y="64"/>
                  </a:lnTo>
                  <a:lnTo>
                    <a:pt x="5980" y="51"/>
                  </a:lnTo>
                  <a:lnTo>
                    <a:pt x="5968" y="40"/>
                  </a:lnTo>
                  <a:lnTo>
                    <a:pt x="5955" y="30"/>
                  </a:lnTo>
                  <a:lnTo>
                    <a:pt x="5941" y="22"/>
                  </a:lnTo>
                  <a:lnTo>
                    <a:pt x="5926" y="14"/>
                  </a:lnTo>
                  <a:lnTo>
                    <a:pt x="5910" y="9"/>
                  </a:lnTo>
                  <a:lnTo>
                    <a:pt x="5893" y="3"/>
                  </a:lnTo>
                  <a:lnTo>
                    <a:pt x="5876" y="2"/>
                  </a:lnTo>
                  <a:lnTo>
                    <a:pt x="5859" y="0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ffectLst>
              <a:outerShdw blurRad="25400" algn="ctr" rotWithShape="0">
                <a:prstClr val="black">
                  <a:alpha val="61000"/>
                </a:prstClr>
              </a:out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9" name="9Slide.vn 4">
              <a:extLst>
                <a:ext uri="{FF2B5EF4-FFF2-40B4-BE49-F238E27FC236}">
                  <a16:creationId xmlns:a16="http://schemas.microsoft.com/office/drawing/2014/main" id="{838BE831-98C4-4DA1-B95C-84B293ECEAEE}"/>
                </a:ext>
              </a:extLst>
            </p:cNvPr>
            <p:cNvSpPr>
              <a:spLocks/>
            </p:cNvSpPr>
            <p:nvPr/>
          </p:nvSpPr>
          <p:spPr bwMode="auto">
            <a:xfrm>
              <a:off x="3892550" y="6342063"/>
              <a:ext cx="9520238" cy="441325"/>
            </a:xfrm>
            <a:custGeom>
              <a:avLst/>
              <a:gdLst>
                <a:gd name="T0" fmla="*/ 156 w 5997"/>
                <a:gd name="T1" fmla="*/ 278 h 278"/>
                <a:gd name="T2" fmla="*/ 5842 w 5997"/>
                <a:gd name="T3" fmla="*/ 278 h 278"/>
                <a:gd name="T4" fmla="*/ 5842 w 5997"/>
                <a:gd name="T5" fmla="*/ 278 h 278"/>
                <a:gd name="T6" fmla="*/ 5857 w 5997"/>
                <a:gd name="T7" fmla="*/ 276 h 278"/>
                <a:gd name="T8" fmla="*/ 5872 w 5997"/>
                <a:gd name="T9" fmla="*/ 275 h 278"/>
                <a:gd name="T10" fmla="*/ 5887 w 5997"/>
                <a:gd name="T11" fmla="*/ 269 h 278"/>
                <a:gd name="T12" fmla="*/ 5903 w 5997"/>
                <a:gd name="T13" fmla="*/ 264 h 278"/>
                <a:gd name="T14" fmla="*/ 5916 w 5997"/>
                <a:gd name="T15" fmla="*/ 258 h 278"/>
                <a:gd name="T16" fmla="*/ 5928 w 5997"/>
                <a:gd name="T17" fmla="*/ 251 h 278"/>
                <a:gd name="T18" fmla="*/ 5941 w 5997"/>
                <a:gd name="T19" fmla="*/ 241 h 278"/>
                <a:gd name="T20" fmla="*/ 5951 w 5997"/>
                <a:gd name="T21" fmla="*/ 231 h 278"/>
                <a:gd name="T22" fmla="*/ 5962 w 5997"/>
                <a:gd name="T23" fmla="*/ 221 h 278"/>
                <a:gd name="T24" fmla="*/ 5970 w 5997"/>
                <a:gd name="T25" fmla="*/ 209 h 278"/>
                <a:gd name="T26" fmla="*/ 5978 w 5997"/>
                <a:gd name="T27" fmla="*/ 195 h 278"/>
                <a:gd name="T28" fmla="*/ 5985 w 5997"/>
                <a:gd name="T29" fmla="*/ 182 h 278"/>
                <a:gd name="T30" fmla="*/ 5990 w 5997"/>
                <a:gd name="T31" fmla="*/ 167 h 278"/>
                <a:gd name="T32" fmla="*/ 5993 w 5997"/>
                <a:gd name="T33" fmla="*/ 153 h 278"/>
                <a:gd name="T34" fmla="*/ 5997 w 5997"/>
                <a:gd name="T35" fmla="*/ 137 h 278"/>
                <a:gd name="T36" fmla="*/ 5997 w 5997"/>
                <a:gd name="T37" fmla="*/ 121 h 278"/>
                <a:gd name="T38" fmla="*/ 5997 w 5997"/>
                <a:gd name="T39" fmla="*/ 0 h 278"/>
                <a:gd name="T40" fmla="*/ 0 w 5997"/>
                <a:gd name="T41" fmla="*/ 0 h 278"/>
                <a:gd name="T42" fmla="*/ 0 w 5997"/>
                <a:gd name="T43" fmla="*/ 121 h 278"/>
                <a:gd name="T44" fmla="*/ 0 w 5997"/>
                <a:gd name="T45" fmla="*/ 121 h 278"/>
                <a:gd name="T46" fmla="*/ 2 w 5997"/>
                <a:gd name="T47" fmla="*/ 137 h 278"/>
                <a:gd name="T48" fmla="*/ 3 w 5997"/>
                <a:gd name="T49" fmla="*/ 153 h 278"/>
                <a:gd name="T50" fmla="*/ 8 w 5997"/>
                <a:gd name="T51" fmla="*/ 167 h 278"/>
                <a:gd name="T52" fmla="*/ 13 w 5997"/>
                <a:gd name="T53" fmla="*/ 182 h 278"/>
                <a:gd name="T54" fmla="*/ 20 w 5997"/>
                <a:gd name="T55" fmla="*/ 195 h 278"/>
                <a:gd name="T56" fmla="*/ 27 w 5997"/>
                <a:gd name="T57" fmla="*/ 209 h 278"/>
                <a:gd name="T58" fmla="*/ 37 w 5997"/>
                <a:gd name="T59" fmla="*/ 221 h 278"/>
                <a:gd name="T60" fmla="*/ 47 w 5997"/>
                <a:gd name="T61" fmla="*/ 231 h 278"/>
                <a:gd name="T62" fmla="*/ 57 w 5997"/>
                <a:gd name="T63" fmla="*/ 241 h 278"/>
                <a:gd name="T64" fmla="*/ 69 w 5997"/>
                <a:gd name="T65" fmla="*/ 251 h 278"/>
                <a:gd name="T66" fmla="*/ 82 w 5997"/>
                <a:gd name="T67" fmla="*/ 258 h 278"/>
                <a:gd name="T68" fmla="*/ 96 w 5997"/>
                <a:gd name="T69" fmla="*/ 264 h 278"/>
                <a:gd name="T70" fmla="*/ 109 w 5997"/>
                <a:gd name="T71" fmla="*/ 269 h 278"/>
                <a:gd name="T72" fmla="*/ 124 w 5997"/>
                <a:gd name="T73" fmla="*/ 275 h 278"/>
                <a:gd name="T74" fmla="*/ 141 w 5997"/>
                <a:gd name="T75" fmla="*/ 276 h 278"/>
                <a:gd name="T76" fmla="*/ 156 w 5997"/>
                <a:gd name="T77" fmla="*/ 278 h 278"/>
                <a:gd name="T78" fmla="*/ 156 w 5997"/>
                <a:gd name="T79" fmla="*/ 278 h 2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5997" h="278">
                  <a:moveTo>
                    <a:pt x="156" y="278"/>
                  </a:moveTo>
                  <a:lnTo>
                    <a:pt x="5842" y="278"/>
                  </a:lnTo>
                  <a:lnTo>
                    <a:pt x="5842" y="278"/>
                  </a:lnTo>
                  <a:lnTo>
                    <a:pt x="5857" y="276"/>
                  </a:lnTo>
                  <a:lnTo>
                    <a:pt x="5872" y="275"/>
                  </a:lnTo>
                  <a:lnTo>
                    <a:pt x="5887" y="269"/>
                  </a:lnTo>
                  <a:lnTo>
                    <a:pt x="5903" y="264"/>
                  </a:lnTo>
                  <a:lnTo>
                    <a:pt x="5916" y="258"/>
                  </a:lnTo>
                  <a:lnTo>
                    <a:pt x="5928" y="251"/>
                  </a:lnTo>
                  <a:lnTo>
                    <a:pt x="5941" y="241"/>
                  </a:lnTo>
                  <a:lnTo>
                    <a:pt x="5951" y="231"/>
                  </a:lnTo>
                  <a:lnTo>
                    <a:pt x="5962" y="221"/>
                  </a:lnTo>
                  <a:lnTo>
                    <a:pt x="5970" y="209"/>
                  </a:lnTo>
                  <a:lnTo>
                    <a:pt x="5978" y="195"/>
                  </a:lnTo>
                  <a:lnTo>
                    <a:pt x="5985" y="182"/>
                  </a:lnTo>
                  <a:lnTo>
                    <a:pt x="5990" y="167"/>
                  </a:lnTo>
                  <a:lnTo>
                    <a:pt x="5993" y="153"/>
                  </a:lnTo>
                  <a:lnTo>
                    <a:pt x="5997" y="137"/>
                  </a:lnTo>
                  <a:lnTo>
                    <a:pt x="5997" y="121"/>
                  </a:lnTo>
                  <a:lnTo>
                    <a:pt x="5997" y="0"/>
                  </a:lnTo>
                  <a:lnTo>
                    <a:pt x="0" y="0"/>
                  </a:lnTo>
                  <a:lnTo>
                    <a:pt x="0" y="121"/>
                  </a:lnTo>
                  <a:lnTo>
                    <a:pt x="0" y="121"/>
                  </a:lnTo>
                  <a:lnTo>
                    <a:pt x="2" y="137"/>
                  </a:lnTo>
                  <a:lnTo>
                    <a:pt x="3" y="153"/>
                  </a:lnTo>
                  <a:lnTo>
                    <a:pt x="8" y="167"/>
                  </a:lnTo>
                  <a:lnTo>
                    <a:pt x="13" y="182"/>
                  </a:lnTo>
                  <a:lnTo>
                    <a:pt x="20" y="195"/>
                  </a:lnTo>
                  <a:lnTo>
                    <a:pt x="27" y="209"/>
                  </a:lnTo>
                  <a:lnTo>
                    <a:pt x="37" y="221"/>
                  </a:lnTo>
                  <a:lnTo>
                    <a:pt x="47" y="231"/>
                  </a:lnTo>
                  <a:lnTo>
                    <a:pt x="57" y="241"/>
                  </a:lnTo>
                  <a:lnTo>
                    <a:pt x="69" y="251"/>
                  </a:lnTo>
                  <a:lnTo>
                    <a:pt x="82" y="258"/>
                  </a:lnTo>
                  <a:lnTo>
                    <a:pt x="96" y="264"/>
                  </a:lnTo>
                  <a:lnTo>
                    <a:pt x="109" y="269"/>
                  </a:lnTo>
                  <a:lnTo>
                    <a:pt x="124" y="275"/>
                  </a:lnTo>
                  <a:lnTo>
                    <a:pt x="141" y="276"/>
                  </a:lnTo>
                  <a:lnTo>
                    <a:pt x="156" y="278"/>
                  </a:lnTo>
                  <a:lnTo>
                    <a:pt x="156" y="278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9Slide.vn 5">
              <a:extLst>
                <a:ext uri="{FF2B5EF4-FFF2-40B4-BE49-F238E27FC236}">
                  <a16:creationId xmlns:a16="http://schemas.microsoft.com/office/drawing/2014/main" id="{9441EC7C-061E-4558-9FF8-E9B0DA0F84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5288" y="533400"/>
              <a:ext cx="8897938" cy="5565775"/>
            </a:xfrm>
            <a:prstGeom prst="rect">
              <a:avLst/>
            </a:prstGeom>
            <a:solidFill>
              <a:srgbClr val="26262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1" name="9Slide.vn 6">
              <a:extLst>
                <a:ext uri="{FF2B5EF4-FFF2-40B4-BE49-F238E27FC236}">
                  <a16:creationId xmlns:a16="http://schemas.microsoft.com/office/drawing/2014/main" id="{F4AB6E09-791B-48E7-B2E0-4762432F77AB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239713"/>
            </a:xfrm>
            <a:custGeom>
              <a:avLst/>
              <a:gdLst>
                <a:gd name="T0" fmla="*/ 7451 w 7451"/>
                <a:gd name="T1" fmla="*/ 0 h 151"/>
                <a:gd name="T2" fmla="*/ 4441 w 7451"/>
                <a:gd name="T3" fmla="*/ 1 h 151"/>
                <a:gd name="T4" fmla="*/ 4381 w 7451"/>
                <a:gd name="T5" fmla="*/ 35 h 151"/>
                <a:gd name="T6" fmla="*/ 3097 w 7451"/>
                <a:gd name="T7" fmla="*/ 35 h 151"/>
                <a:gd name="T8" fmla="*/ 3020 w 7451"/>
                <a:gd name="T9" fmla="*/ 1 h 151"/>
                <a:gd name="T10" fmla="*/ 0 w 7451"/>
                <a:gd name="T11" fmla="*/ 0 h 151"/>
                <a:gd name="T12" fmla="*/ 0 w 7451"/>
                <a:gd name="T13" fmla="*/ 35 h 151"/>
                <a:gd name="T14" fmla="*/ 0 w 7451"/>
                <a:gd name="T15" fmla="*/ 35 h 151"/>
                <a:gd name="T16" fmla="*/ 61 w 7451"/>
                <a:gd name="T17" fmla="*/ 53 h 151"/>
                <a:gd name="T18" fmla="*/ 98 w 7451"/>
                <a:gd name="T19" fmla="*/ 65 h 151"/>
                <a:gd name="T20" fmla="*/ 140 w 7451"/>
                <a:gd name="T21" fmla="*/ 75 h 151"/>
                <a:gd name="T22" fmla="*/ 140 w 7451"/>
                <a:gd name="T23" fmla="*/ 75 h 151"/>
                <a:gd name="T24" fmla="*/ 168 w 7451"/>
                <a:gd name="T25" fmla="*/ 82 h 151"/>
                <a:gd name="T26" fmla="*/ 216 w 7451"/>
                <a:gd name="T27" fmla="*/ 90 h 151"/>
                <a:gd name="T28" fmla="*/ 286 w 7451"/>
                <a:gd name="T29" fmla="*/ 102 h 151"/>
                <a:gd name="T30" fmla="*/ 384 w 7451"/>
                <a:gd name="T31" fmla="*/ 114 h 151"/>
                <a:gd name="T32" fmla="*/ 384 w 7451"/>
                <a:gd name="T33" fmla="*/ 114 h 151"/>
                <a:gd name="T34" fmla="*/ 438 w 7451"/>
                <a:gd name="T35" fmla="*/ 121 h 151"/>
                <a:gd name="T36" fmla="*/ 510 w 7451"/>
                <a:gd name="T37" fmla="*/ 127 h 151"/>
                <a:gd name="T38" fmla="*/ 601 w 7451"/>
                <a:gd name="T39" fmla="*/ 134 h 151"/>
                <a:gd name="T40" fmla="*/ 707 w 7451"/>
                <a:gd name="T41" fmla="*/ 141 h 151"/>
                <a:gd name="T42" fmla="*/ 707 w 7451"/>
                <a:gd name="T43" fmla="*/ 141 h 151"/>
                <a:gd name="T44" fmla="*/ 838 w 7451"/>
                <a:gd name="T45" fmla="*/ 146 h 151"/>
                <a:gd name="T46" fmla="*/ 924 w 7451"/>
                <a:gd name="T47" fmla="*/ 148 h 151"/>
                <a:gd name="T48" fmla="*/ 924 w 7451"/>
                <a:gd name="T49" fmla="*/ 148 h 151"/>
                <a:gd name="T50" fmla="*/ 1195 w 7451"/>
                <a:gd name="T51" fmla="*/ 149 h 151"/>
                <a:gd name="T52" fmla="*/ 1718 w 7451"/>
                <a:gd name="T53" fmla="*/ 151 h 151"/>
                <a:gd name="T54" fmla="*/ 3188 w 7451"/>
                <a:gd name="T55" fmla="*/ 151 h 151"/>
                <a:gd name="T56" fmla="*/ 5479 w 7451"/>
                <a:gd name="T57" fmla="*/ 149 h 151"/>
                <a:gd name="T58" fmla="*/ 5479 w 7451"/>
                <a:gd name="T59" fmla="*/ 149 h 151"/>
                <a:gd name="T60" fmla="*/ 5921 w 7451"/>
                <a:gd name="T61" fmla="*/ 151 h 151"/>
                <a:gd name="T62" fmla="*/ 6244 w 7451"/>
                <a:gd name="T63" fmla="*/ 151 h 151"/>
                <a:gd name="T64" fmla="*/ 6529 w 7451"/>
                <a:gd name="T65" fmla="*/ 148 h 151"/>
                <a:gd name="T66" fmla="*/ 6529 w 7451"/>
                <a:gd name="T67" fmla="*/ 148 h 151"/>
                <a:gd name="T68" fmla="*/ 6613 w 7451"/>
                <a:gd name="T69" fmla="*/ 146 h 151"/>
                <a:gd name="T70" fmla="*/ 6744 w 7451"/>
                <a:gd name="T71" fmla="*/ 141 h 151"/>
                <a:gd name="T72" fmla="*/ 6744 w 7451"/>
                <a:gd name="T73" fmla="*/ 141 h 151"/>
                <a:gd name="T74" fmla="*/ 6852 w 7451"/>
                <a:gd name="T75" fmla="*/ 134 h 151"/>
                <a:gd name="T76" fmla="*/ 6941 w 7451"/>
                <a:gd name="T77" fmla="*/ 127 h 151"/>
                <a:gd name="T78" fmla="*/ 7015 w 7451"/>
                <a:gd name="T79" fmla="*/ 121 h 151"/>
                <a:gd name="T80" fmla="*/ 7069 w 7451"/>
                <a:gd name="T81" fmla="*/ 114 h 151"/>
                <a:gd name="T82" fmla="*/ 7069 w 7451"/>
                <a:gd name="T83" fmla="*/ 114 h 151"/>
                <a:gd name="T84" fmla="*/ 7166 w 7451"/>
                <a:gd name="T85" fmla="*/ 102 h 151"/>
                <a:gd name="T86" fmla="*/ 7237 w 7451"/>
                <a:gd name="T87" fmla="*/ 90 h 151"/>
                <a:gd name="T88" fmla="*/ 7284 w 7451"/>
                <a:gd name="T89" fmla="*/ 82 h 151"/>
                <a:gd name="T90" fmla="*/ 7313 w 7451"/>
                <a:gd name="T91" fmla="*/ 75 h 151"/>
                <a:gd name="T92" fmla="*/ 7313 w 7451"/>
                <a:gd name="T93" fmla="*/ 75 h 151"/>
                <a:gd name="T94" fmla="*/ 7353 w 7451"/>
                <a:gd name="T95" fmla="*/ 65 h 151"/>
                <a:gd name="T96" fmla="*/ 7390 w 7451"/>
                <a:gd name="T97" fmla="*/ 53 h 151"/>
                <a:gd name="T98" fmla="*/ 7451 w 7451"/>
                <a:gd name="T99" fmla="*/ 35 h 151"/>
                <a:gd name="T100" fmla="*/ 7451 w 7451"/>
                <a:gd name="T101" fmla="*/ 0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7451" h="151">
                  <a:moveTo>
                    <a:pt x="7451" y="0"/>
                  </a:moveTo>
                  <a:lnTo>
                    <a:pt x="4441" y="1"/>
                  </a:lnTo>
                  <a:lnTo>
                    <a:pt x="4381" y="35"/>
                  </a:lnTo>
                  <a:lnTo>
                    <a:pt x="3097" y="35"/>
                  </a:lnTo>
                  <a:lnTo>
                    <a:pt x="3020" y="1"/>
                  </a:lnTo>
                  <a:lnTo>
                    <a:pt x="0" y="0"/>
                  </a:lnTo>
                  <a:lnTo>
                    <a:pt x="0" y="35"/>
                  </a:lnTo>
                  <a:lnTo>
                    <a:pt x="0" y="35"/>
                  </a:lnTo>
                  <a:lnTo>
                    <a:pt x="61" y="53"/>
                  </a:lnTo>
                  <a:lnTo>
                    <a:pt x="98" y="65"/>
                  </a:lnTo>
                  <a:lnTo>
                    <a:pt x="140" y="75"/>
                  </a:lnTo>
                  <a:lnTo>
                    <a:pt x="140" y="75"/>
                  </a:lnTo>
                  <a:lnTo>
                    <a:pt x="168" y="82"/>
                  </a:lnTo>
                  <a:lnTo>
                    <a:pt x="216" y="90"/>
                  </a:lnTo>
                  <a:lnTo>
                    <a:pt x="286" y="102"/>
                  </a:lnTo>
                  <a:lnTo>
                    <a:pt x="384" y="114"/>
                  </a:lnTo>
                  <a:lnTo>
                    <a:pt x="384" y="114"/>
                  </a:lnTo>
                  <a:lnTo>
                    <a:pt x="438" y="121"/>
                  </a:lnTo>
                  <a:lnTo>
                    <a:pt x="510" y="127"/>
                  </a:lnTo>
                  <a:lnTo>
                    <a:pt x="601" y="134"/>
                  </a:lnTo>
                  <a:lnTo>
                    <a:pt x="707" y="141"/>
                  </a:lnTo>
                  <a:lnTo>
                    <a:pt x="707" y="141"/>
                  </a:lnTo>
                  <a:lnTo>
                    <a:pt x="838" y="146"/>
                  </a:lnTo>
                  <a:lnTo>
                    <a:pt x="924" y="148"/>
                  </a:lnTo>
                  <a:lnTo>
                    <a:pt x="924" y="148"/>
                  </a:lnTo>
                  <a:lnTo>
                    <a:pt x="1195" y="149"/>
                  </a:lnTo>
                  <a:lnTo>
                    <a:pt x="1718" y="151"/>
                  </a:lnTo>
                  <a:lnTo>
                    <a:pt x="3188" y="151"/>
                  </a:lnTo>
                  <a:lnTo>
                    <a:pt x="5479" y="149"/>
                  </a:lnTo>
                  <a:lnTo>
                    <a:pt x="5479" y="149"/>
                  </a:lnTo>
                  <a:lnTo>
                    <a:pt x="5921" y="151"/>
                  </a:lnTo>
                  <a:lnTo>
                    <a:pt x="6244" y="151"/>
                  </a:lnTo>
                  <a:lnTo>
                    <a:pt x="6529" y="148"/>
                  </a:lnTo>
                  <a:lnTo>
                    <a:pt x="6529" y="148"/>
                  </a:lnTo>
                  <a:lnTo>
                    <a:pt x="6613" y="146"/>
                  </a:lnTo>
                  <a:lnTo>
                    <a:pt x="6744" y="141"/>
                  </a:lnTo>
                  <a:lnTo>
                    <a:pt x="6744" y="141"/>
                  </a:lnTo>
                  <a:lnTo>
                    <a:pt x="6852" y="134"/>
                  </a:lnTo>
                  <a:lnTo>
                    <a:pt x="6941" y="127"/>
                  </a:lnTo>
                  <a:lnTo>
                    <a:pt x="7015" y="121"/>
                  </a:lnTo>
                  <a:lnTo>
                    <a:pt x="7069" y="114"/>
                  </a:lnTo>
                  <a:lnTo>
                    <a:pt x="7069" y="114"/>
                  </a:lnTo>
                  <a:lnTo>
                    <a:pt x="7166" y="102"/>
                  </a:lnTo>
                  <a:lnTo>
                    <a:pt x="7237" y="90"/>
                  </a:lnTo>
                  <a:lnTo>
                    <a:pt x="7284" y="82"/>
                  </a:lnTo>
                  <a:lnTo>
                    <a:pt x="7313" y="75"/>
                  </a:lnTo>
                  <a:lnTo>
                    <a:pt x="7313" y="75"/>
                  </a:lnTo>
                  <a:lnTo>
                    <a:pt x="7353" y="65"/>
                  </a:lnTo>
                  <a:lnTo>
                    <a:pt x="7390" y="53"/>
                  </a:lnTo>
                  <a:lnTo>
                    <a:pt x="7451" y="35"/>
                  </a:lnTo>
                  <a:lnTo>
                    <a:pt x="7451" y="0"/>
                  </a:lnTo>
                  <a:close/>
                </a:path>
              </a:pathLst>
            </a:custGeom>
            <a:solidFill>
              <a:srgbClr val="A5A6A8"/>
            </a:solidFill>
            <a:ln>
              <a:noFill/>
            </a:ln>
            <a:effectLst>
              <a:innerShdw blurRad="114300">
                <a:prstClr val="black">
                  <a:alpha val="7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2" name="9Slide.vn 7">
              <a:extLst>
                <a:ext uri="{FF2B5EF4-FFF2-40B4-BE49-F238E27FC236}">
                  <a16:creationId xmlns:a16="http://schemas.microsoft.com/office/drawing/2014/main" id="{FF3498DC-8213-4932-9704-8122CCB4C5A1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55563"/>
            </a:xfrm>
            <a:custGeom>
              <a:avLst/>
              <a:gdLst>
                <a:gd name="T0" fmla="*/ 7451 w 7451"/>
                <a:gd name="T1" fmla="*/ 35 h 35"/>
                <a:gd name="T2" fmla="*/ 0 w 7451"/>
                <a:gd name="T3" fmla="*/ 35 h 35"/>
                <a:gd name="T4" fmla="*/ 0 w 7451"/>
                <a:gd name="T5" fmla="*/ 0 h 35"/>
                <a:gd name="T6" fmla="*/ 3020 w 7451"/>
                <a:gd name="T7" fmla="*/ 0 h 35"/>
                <a:gd name="T8" fmla="*/ 3047 w 7451"/>
                <a:gd name="T9" fmla="*/ 18 h 35"/>
                <a:gd name="T10" fmla="*/ 4413 w 7451"/>
                <a:gd name="T11" fmla="*/ 18 h 35"/>
                <a:gd name="T12" fmla="*/ 4441 w 7451"/>
                <a:gd name="T13" fmla="*/ 0 h 35"/>
                <a:gd name="T14" fmla="*/ 7451 w 7451"/>
                <a:gd name="T15" fmla="*/ 0 h 35"/>
                <a:gd name="T16" fmla="*/ 7451 w 7451"/>
                <a:gd name="T17" fmla="*/ 35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451" h="35">
                  <a:moveTo>
                    <a:pt x="7451" y="35"/>
                  </a:moveTo>
                  <a:lnTo>
                    <a:pt x="0" y="35"/>
                  </a:lnTo>
                  <a:lnTo>
                    <a:pt x="0" y="0"/>
                  </a:lnTo>
                  <a:lnTo>
                    <a:pt x="3020" y="0"/>
                  </a:lnTo>
                  <a:lnTo>
                    <a:pt x="3047" y="18"/>
                  </a:lnTo>
                  <a:lnTo>
                    <a:pt x="4413" y="18"/>
                  </a:lnTo>
                  <a:lnTo>
                    <a:pt x="4441" y="0"/>
                  </a:lnTo>
                  <a:lnTo>
                    <a:pt x="7451" y="0"/>
                  </a:lnTo>
                  <a:lnTo>
                    <a:pt x="7451" y="35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/>
                </a:gs>
                <a:gs pos="9000">
                  <a:srgbClr val="DFE0E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3" name="9Slide.vn 8">
              <a:extLst>
                <a:ext uri="{FF2B5EF4-FFF2-40B4-BE49-F238E27FC236}">
                  <a16:creationId xmlns:a16="http://schemas.microsoft.com/office/drawing/2014/main" id="{344E556A-A4C9-4D98-B474-D2B99294DACD}"/>
                </a:ext>
              </a:extLst>
            </p:cNvPr>
            <p:cNvSpPr>
              <a:spLocks/>
            </p:cNvSpPr>
            <p:nvPr/>
          </p:nvSpPr>
          <p:spPr bwMode="auto">
            <a:xfrm>
              <a:off x="7524750" y="6619875"/>
              <a:ext cx="2255838" cy="90488"/>
            </a:xfrm>
            <a:custGeom>
              <a:avLst/>
              <a:gdLst>
                <a:gd name="T0" fmla="*/ 1389 w 1421"/>
                <a:gd name="T1" fmla="*/ 2 h 57"/>
                <a:gd name="T2" fmla="*/ 32 w 1421"/>
                <a:gd name="T3" fmla="*/ 2 h 57"/>
                <a:gd name="T4" fmla="*/ 32 w 1421"/>
                <a:gd name="T5" fmla="*/ 2 h 57"/>
                <a:gd name="T6" fmla="*/ 17 w 1421"/>
                <a:gd name="T7" fmla="*/ 2 h 57"/>
                <a:gd name="T8" fmla="*/ 0 w 1421"/>
                <a:gd name="T9" fmla="*/ 0 h 57"/>
                <a:gd name="T10" fmla="*/ 0 w 1421"/>
                <a:gd name="T11" fmla="*/ 34 h 57"/>
                <a:gd name="T12" fmla="*/ 0 w 1421"/>
                <a:gd name="T13" fmla="*/ 34 h 57"/>
                <a:gd name="T14" fmla="*/ 20 w 1421"/>
                <a:gd name="T15" fmla="*/ 44 h 57"/>
                <a:gd name="T16" fmla="*/ 42 w 1421"/>
                <a:gd name="T17" fmla="*/ 51 h 57"/>
                <a:gd name="T18" fmla="*/ 64 w 1421"/>
                <a:gd name="T19" fmla="*/ 56 h 57"/>
                <a:gd name="T20" fmla="*/ 85 w 1421"/>
                <a:gd name="T21" fmla="*/ 57 h 57"/>
                <a:gd name="T22" fmla="*/ 1337 w 1421"/>
                <a:gd name="T23" fmla="*/ 57 h 57"/>
                <a:gd name="T24" fmla="*/ 1337 w 1421"/>
                <a:gd name="T25" fmla="*/ 57 h 57"/>
                <a:gd name="T26" fmla="*/ 1359 w 1421"/>
                <a:gd name="T27" fmla="*/ 56 h 57"/>
                <a:gd name="T28" fmla="*/ 1381 w 1421"/>
                <a:gd name="T29" fmla="*/ 51 h 57"/>
                <a:gd name="T30" fmla="*/ 1401 w 1421"/>
                <a:gd name="T31" fmla="*/ 44 h 57"/>
                <a:gd name="T32" fmla="*/ 1421 w 1421"/>
                <a:gd name="T33" fmla="*/ 34 h 57"/>
                <a:gd name="T34" fmla="*/ 1421 w 1421"/>
                <a:gd name="T35" fmla="*/ 0 h 57"/>
                <a:gd name="T36" fmla="*/ 1421 w 1421"/>
                <a:gd name="T37" fmla="*/ 0 h 57"/>
                <a:gd name="T38" fmla="*/ 1406 w 1421"/>
                <a:gd name="T39" fmla="*/ 2 h 57"/>
                <a:gd name="T40" fmla="*/ 1389 w 1421"/>
                <a:gd name="T41" fmla="*/ 2 h 57"/>
                <a:gd name="T42" fmla="*/ 1389 w 1421"/>
                <a:gd name="T43" fmla="*/ 2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421" h="57">
                  <a:moveTo>
                    <a:pt x="1389" y="2"/>
                  </a:moveTo>
                  <a:lnTo>
                    <a:pt x="32" y="2"/>
                  </a:lnTo>
                  <a:lnTo>
                    <a:pt x="32" y="2"/>
                  </a:lnTo>
                  <a:lnTo>
                    <a:pt x="17" y="2"/>
                  </a:lnTo>
                  <a:lnTo>
                    <a:pt x="0" y="0"/>
                  </a:lnTo>
                  <a:lnTo>
                    <a:pt x="0" y="34"/>
                  </a:lnTo>
                  <a:lnTo>
                    <a:pt x="0" y="34"/>
                  </a:lnTo>
                  <a:lnTo>
                    <a:pt x="20" y="44"/>
                  </a:lnTo>
                  <a:lnTo>
                    <a:pt x="42" y="51"/>
                  </a:lnTo>
                  <a:lnTo>
                    <a:pt x="64" y="56"/>
                  </a:lnTo>
                  <a:lnTo>
                    <a:pt x="85" y="57"/>
                  </a:lnTo>
                  <a:lnTo>
                    <a:pt x="1337" y="57"/>
                  </a:lnTo>
                  <a:lnTo>
                    <a:pt x="1337" y="57"/>
                  </a:lnTo>
                  <a:lnTo>
                    <a:pt x="1359" y="56"/>
                  </a:lnTo>
                  <a:lnTo>
                    <a:pt x="1381" y="51"/>
                  </a:lnTo>
                  <a:lnTo>
                    <a:pt x="1401" y="44"/>
                  </a:lnTo>
                  <a:lnTo>
                    <a:pt x="1421" y="34"/>
                  </a:lnTo>
                  <a:lnTo>
                    <a:pt x="1421" y="0"/>
                  </a:lnTo>
                  <a:lnTo>
                    <a:pt x="1421" y="0"/>
                  </a:lnTo>
                  <a:lnTo>
                    <a:pt x="1406" y="2"/>
                  </a:lnTo>
                  <a:lnTo>
                    <a:pt x="1389" y="2"/>
                  </a:lnTo>
                  <a:lnTo>
                    <a:pt x="1389" y="2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>
                    <a:lumMod val="95000"/>
                  </a:srgbClr>
                </a:gs>
                <a:gs pos="9000">
                  <a:srgbClr val="DFE0E1">
                    <a:lumMod val="95000"/>
                  </a:srgbClr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5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6825291" y="1400175"/>
            <a:ext cx="5762625" cy="360045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24" name="Title 1"/>
          <p:cNvSpPr>
            <a:spLocks noGrp="1"/>
          </p:cNvSpPr>
          <p:nvPr>
            <p:ph type="ctrTitle"/>
          </p:nvPr>
        </p:nvSpPr>
        <p:spPr>
          <a:xfrm>
            <a:off x="514349" y="1400175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5" name="Subtitle 2"/>
          <p:cNvSpPr>
            <a:spLocks noGrp="1"/>
          </p:cNvSpPr>
          <p:nvPr>
            <p:ph type="subTitle" idx="1"/>
          </p:nvPr>
        </p:nvSpPr>
        <p:spPr>
          <a:xfrm>
            <a:off x="514348" y="3160711"/>
            <a:ext cx="5153026" cy="1839914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767C2E8D-A219-06CC-DDED-60563052D400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18339483-E992-0B16-C57C-FCA2197AF142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E01984B-E435-DF86-91C0-A34A6136DB54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EAE826F-6D23-1C12-4C77-DD6D4A76090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DD13BBB-17CE-445B-C2C2-2254F68DEBA4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A1CBAEE-DB37-69A6-C83C-9ED0BC3403D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28E06ED-9C8D-C1F3-B2C1-7E82A3E89B45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A2282D43-F19B-36CA-D127-B9AFE4A33DA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4" name="Date Placeholder 3">
            <a:extLst>
              <a:ext uri="{FF2B5EF4-FFF2-40B4-BE49-F238E27FC236}">
                <a16:creationId xmlns:a16="http://schemas.microsoft.com/office/drawing/2014/main" id="{C09A338B-CA30-F0C4-C424-A777C06DFE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16-Dec-25</a:t>
            </a:fld>
            <a:endParaRPr lang="en-US"/>
          </a:p>
        </p:txBody>
      </p:sp>
      <p:sp>
        <p:nvSpPr>
          <p:cNvPr id="35" name="Footer Placeholder 4">
            <a:extLst>
              <a:ext uri="{FF2B5EF4-FFF2-40B4-BE49-F238E27FC236}">
                <a16:creationId xmlns:a16="http://schemas.microsoft.com/office/drawing/2014/main" id="{A540C5A9-41E2-BA3D-15CF-D5824BC7E0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695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5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n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/>
          <p:cNvSpPr>
            <a:spLocks noGrp="1"/>
          </p:cNvSpPr>
          <p:nvPr>
            <p:ph type="ctrTitle"/>
          </p:nvPr>
        </p:nvSpPr>
        <p:spPr>
          <a:xfrm>
            <a:off x="514349" y="1048131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5" name="Subtitle 2"/>
          <p:cNvSpPr>
            <a:spLocks noGrp="1"/>
          </p:cNvSpPr>
          <p:nvPr>
            <p:ph type="subTitle" idx="1"/>
          </p:nvPr>
        </p:nvSpPr>
        <p:spPr>
          <a:xfrm>
            <a:off x="514348" y="2808667"/>
            <a:ext cx="5153026" cy="228720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B96C117-0DD7-57D2-DF3E-3C0A174E03F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3" y="1742120"/>
            <a:ext cx="3453753" cy="3402396"/>
          </a:xfrm>
          <a:prstGeom prst="rect">
            <a:avLst/>
          </a:prstGeom>
        </p:spPr>
      </p:pic>
      <p:pic>
        <p:nvPicPr>
          <p:cNvPr id="20" name="Picture 2" descr="Samsung Mobile Mockup Template Download on Pngtree | Mobile mockup, Samsung  mobile, Samsung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6875" y="657226"/>
            <a:ext cx="4972049" cy="4972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Picture Placeholder 5"/>
          <p:cNvSpPr>
            <a:spLocks noGrp="1"/>
          </p:cNvSpPr>
          <p:nvPr>
            <p:ph type="pic" sz="quarter" idx="12"/>
          </p:nvPr>
        </p:nvSpPr>
        <p:spPr>
          <a:xfrm>
            <a:off x="8305800" y="1057275"/>
            <a:ext cx="2095500" cy="4038600"/>
          </a:xfrm>
          <a:prstGeom prst="roundRect">
            <a:avLst>
              <a:gd name="adj" fmla="val 4741"/>
            </a:avLst>
          </a:pr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A6C50603-7118-372F-6CD8-67B3EA4744CC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6F76C3E-CA40-066E-6D9B-DDC46B954A82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87986D-55B9-3A95-61F3-24E53EB2E71B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83DF21-9E95-D191-1729-A6BD31DA188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32303C9-325E-4679-0C55-AA4CC397279F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2D0F45-9137-6A7D-28A8-9A3BC979E4E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C045F73-3B00-AF17-A81A-929B412EAF3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57B47963-B402-88E5-A96F-E4D6CF5D437C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4F74441E-7CED-96FA-08FA-C1E61087957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16-Dec-25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C7022278-3B3F-6183-1CA9-35D3E0A0F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7497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5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C5B58D15-E021-9409-2BF6-38B86625489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3" y="1742120"/>
            <a:ext cx="3453753" cy="3402396"/>
          </a:xfrm>
          <a:prstGeom prst="rect">
            <a:avLst/>
          </a:prstGeom>
        </p:spPr>
      </p:pic>
      <p:sp>
        <p:nvSpPr>
          <p:cNvPr id="18" name="Picture Placeholder 1"/>
          <p:cNvSpPr>
            <a:spLocks noGrp="1"/>
          </p:cNvSpPr>
          <p:nvPr>
            <p:ph type="pic" sz="quarter" idx="15"/>
          </p:nvPr>
        </p:nvSpPr>
        <p:spPr>
          <a:xfrm>
            <a:off x="8461702" y="1108334"/>
            <a:ext cx="2131430" cy="4626572"/>
          </a:xfrm>
          <a:custGeom>
            <a:avLst/>
            <a:gdLst>
              <a:gd name="connsiteX0" fmla="*/ 0 w 2111887"/>
              <a:gd name="connsiteY0" fmla="*/ 247217 h 4543425"/>
              <a:gd name="connsiteX1" fmla="*/ 247217 w 2111887"/>
              <a:gd name="connsiteY1" fmla="*/ 0 h 4543425"/>
              <a:gd name="connsiteX2" fmla="*/ 1864670 w 2111887"/>
              <a:gd name="connsiteY2" fmla="*/ 0 h 4543425"/>
              <a:gd name="connsiteX3" fmla="*/ 2111887 w 2111887"/>
              <a:gd name="connsiteY3" fmla="*/ 247217 h 4543425"/>
              <a:gd name="connsiteX4" fmla="*/ 2111887 w 2111887"/>
              <a:gd name="connsiteY4" fmla="*/ 4296208 h 4543425"/>
              <a:gd name="connsiteX5" fmla="*/ 1864670 w 2111887"/>
              <a:gd name="connsiteY5" fmla="*/ 4543425 h 4543425"/>
              <a:gd name="connsiteX6" fmla="*/ 247217 w 2111887"/>
              <a:gd name="connsiteY6" fmla="*/ 4543425 h 4543425"/>
              <a:gd name="connsiteX7" fmla="*/ 0 w 2111887"/>
              <a:gd name="connsiteY7" fmla="*/ 4296208 h 4543425"/>
              <a:gd name="connsiteX8" fmla="*/ 0 w 2111887"/>
              <a:gd name="connsiteY8" fmla="*/ 247217 h 4543425"/>
              <a:gd name="connsiteX0" fmla="*/ 0 w 2111887"/>
              <a:gd name="connsiteY0" fmla="*/ 247221 h 4543429"/>
              <a:gd name="connsiteX1" fmla="*/ 247217 w 2111887"/>
              <a:gd name="connsiteY1" fmla="*/ 4 h 4543429"/>
              <a:gd name="connsiteX2" fmla="*/ 1103287 w 2111887"/>
              <a:gd name="connsiteY2" fmla="*/ 100016 h 4543429"/>
              <a:gd name="connsiteX3" fmla="*/ 1864670 w 2111887"/>
              <a:gd name="connsiteY3" fmla="*/ 4 h 4543429"/>
              <a:gd name="connsiteX4" fmla="*/ 2111887 w 2111887"/>
              <a:gd name="connsiteY4" fmla="*/ 247221 h 4543429"/>
              <a:gd name="connsiteX5" fmla="*/ 2111887 w 2111887"/>
              <a:gd name="connsiteY5" fmla="*/ 4296212 h 4543429"/>
              <a:gd name="connsiteX6" fmla="*/ 1864670 w 2111887"/>
              <a:gd name="connsiteY6" fmla="*/ 4543429 h 4543429"/>
              <a:gd name="connsiteX7" fmla="*/ 247217 w 2111887"/>
              <a:gd name="connsiteY7" fmla="*/ 4543429 h 4543429"/>
              <a:gd name="connsiteX8" fmla="*/ 0 w 2111887"/>
              <a:gd name="connsiteY8" fmla="*/ 4296212 h 4543429"/>
              <a:gd name="connsiteX9" fmla="*/ 0 w 2111887"/>
              <a:gd name="connsiteY9" fmla="*/ 247221 h 4543429"/>
              <a:gd name="connsiteX0" fmla="*/ 0 w 2111887"/>
              <a:gd name="connsiteY0" fmla="*/ 264906 h 4561114"/>
              <a:gd name="connsiteX1" fmla="*/ 247217 w 2111887"/>
              <a:gd name="connsiteY1" fmla="*/ 17689 h 4561114"/>
              <a:gd name="connsiteX2" fmla="*/ 665137 w 2111887"/>
              <a:gd name="connsiteY2" fmla="*/ 22451 h 4561114"/>
              <a:gd name="connsiteX3" fmla="*/ 1103287 w 2111887"/>
              <a:gd name="connsiteY3" fmla="*/ 117701 h 4561114"/>
              <a:gd name="connsiteX4" fmla="*/ 1864670 w 2111887"/>
              <a:gd name="connsiteY4" fmla="*/ 17689 h 4561114"/>
              <a:gd name="connsiteX5" fmla="*/ 2111887 w 2111887"/>
              <a:gd name="connsiteY5" fmla="*/ 264906 h 4561114"/>
              <a:gd name="connsiteX6" fmla="*/ 2111887 w 2111887"/>
              <a:gd name="connsiteY6" fmla="*/ 4313897 h 4561114"/>
              <a:gd name="connsiteX7" fmla="*/ 1864670 w 2111887"/>
              <a:gd name="connsiteY7" fmla="*/ 4561114 h 4561114"/>
              <a:gd name="connsiteX8" fmla="*/ 247217 w 2111887"/>
              <a:gd name="connsiteY8" fmla="*/ 4561114 h 4561114"/>
              <a:gd name="connsiteX9" fmla="*/ 0 w 2111887"/>
              <a:gd name="connsiteY9" fmla="*/ 4313897 h 4561114"/>
              <a:gd name="connsiteX10" fmla="*/ 0 w 2111887"/>
              <a:gd name="connsiteY10" fmla="*/ 264906 h 4561114"/>
              <a:gd name="connsiteX0" fmla="*/ 0 w 2111887"/>
              <a:gd name="connsiteY0" fmla="*/ 269676 h 4565884"/>
              <a:gd name="connsiteX1" fmla="*/ 247217 w 2111887"/>
              <a:gd name="connsiteY1" fmla="*/ 22459 h 4565884"/>
              <a:gd name="connsiteX2" fmla="*/ 612749 w 2111887"/>
              <a:gd name="connsiteY2" fmla="*/ 15315 h 4565884"/>
              <a:gd name="connsiteX3" fmla="*/ 1103287 w 2111887"/>
              <a:gd name="connsiteY3" fmla="*/ 122471 h 4565884"/>
              <a:gd name="connsiteX4" fmla="*/ 1864670 w 2111887"/>
              <a:gd name="connsiteY4" fmla="*/ 22459 h 4565884"/>
              <a:gd name="connsiteX5" fmla="*/ 2111887 w 2111887"/>
              <a:gd name="connsiteY5" fmla="*/ 269676 h 4565884"/>
              <a:gd name="connsiteX6" fmla="*/ 2111887 w 2111887"/>
              <a:gd name="connsiteY6" fmla="*/ 4318667 h 4565884"/>
              <a:gd name="connsiteX7" fmla="*/ 1864670 w 2111887"/>
              <a:gd name="connsiteY7" fmla="*/ 4565884 h 4565884"/>
              <a:gd name="connsiteX8" fmla="*/ 247217 w 2111887"/>
              <a:gd name="connsiteY8" fmla="*/ 4565884 h 4565884"/>
              <a:gd name="connsiteX9" fmla="*/ 0 w 2111887"/>
              <a:gd name="connsiteY9" fmla="*/ 4318667 h 4565884"/>
              <a:gd name="connsiteX10" fmla="*/ 0 w 2111887"/>
              <a:gd name="connsiteY10" fmla="*/ 269676 h 4565884"/>
              <a:gd name="connsiteX0" fmla="*/ 0 w 2111887"/>
              <a:gd name="connsiteY0" fmla="*/ 275247 h 4571455"/>
              <a:gd name="connsiteX1" fmla="*/ 247217 w 2111887"/>
              <a:gd name="connsiteY1" fmla="*/ 18505 h 4571455"/>
              <a:gd name="connsiteX2" fmla="*/ 612749 w 2111887"/>
              <a:gd name="connsiteY2" fmla="*/ 20886 h 4571455"/>
              <a:gd name="connsiteX3" fmla="*/ 1103287 w 2111887"/>
              <a:gd name="connsiteY3" fmla="*/ 128042 h 4571455"/>
              <a:gd name="connsiteX4" fmla="*/ 1864670 w 2111887"/>
              <a:gd name="connsiteY4" fmla="*/ 28030 h 4571455"/>
              <a:gd name="connsiteX5" fmla="*/ 2111887 w 2111887"/>
              <a:gd name="connsiteY5" fmla="*/ 275247 h 4571455"/>
              <a:gd name="connsiteX6" fmla="*/ 2111887 w 2111887"/>
              <a:gd name="connsiteY6" fmla="*/ 4324238 h 4571455"/>
              <a:gd name="connsiteX7" fmla="*/ 1864670 w 2111887"/>
              <a:gd name="connsiteY7" fmla="*/ 4571455 h 4571455"/>
              <a:gd name="connsiteX8" fmla="*/ 247217 w 2111887"/>
              <a:gd name="connsiteY8" fmla="*/ 4571455 h 4571455"/>
              <a:gd name="connsiteX9" fmla="*/ 0 w 2111887"/>
              <a:gd name="connsiteY9" fmla="*/ 4324238 h 4571455"/>
              <a:gd name="connsiteX10" fmla="*/ 0 w 2111887"/>
              <a:gd name="connsiteY10" fmla="*/ 275247 h 4571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1103287 w 2111887"/>
              <a:gd name="connsiteY3" fmla="*/ 121042 h 4564455"/>
              <a:gd name="connsiteX4" fmla="*/ 1864670 w 2111887"/>
              <a:gd name="connsiteY4" fmla="*/ 21030 h 4564455"/>
              <a:gd name="connsiteX5" fmla="*/ 2111887 w 2111887"/>
              <a:gd name="connsiteY5" fmla="*/ 268247 h 4564455"/>
              <a:gd name="connsiteX6" fmla="*/ 2111887 w 2111887"/>
              <a:gd name="connsiteY6" fmla="*/ 4317238 h 4564455"/>
              <a:gd name="connsiteX7" fmla="*/ 1864670 w 2111887"/>
              <a:gd name="connsiteY7" fmla="*/ 4564455 h 4564455"/>
              <a:gd name="connsiteX8" fmla="*/ 247217 w 2111887"/>
              <a:gd name="connsiteY8" fmla="*/ 4564455 h 4564455"/>
              <a:gd name="connsiteX9" fmla="*/ 0 w 2111887"/>
              <a:gd name="connsiteY9" fmla="*/ 4317238 h 4564455"/>
              <a:gd name="connsiteX10" fmla="*/ 0 w 2111887"/>
              <a:gd name="connsiteY10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784200 w 2111887"/>
              <a:gd name="connsiteY3" fmla="*/ 59130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864670 w 2111887"/>
              <a:gd name="connsiteY6" fmla="*/ 21030 h 4564455"/>
              <a:gd name="connsiteX7" fmla="*/ 2111887 w 2111887"/>
              <a:gd name="connsiteY7" fmla="*/ 268247 h 4564455"/>
              <a:gd name="connsiteX8" fmla="*/ 2111887 w 2111887"/>
              <a:gd name="connsiteY8" fmla="*/ 4317238 h 4564455"/>
              <a:gd name="connsiteX9" fmla="*/ 1864670 w 2111887"/>
              <a:gd name="connsiteY9" fmla="*/ 4564455 h 4564455"/>
              <a:gd name="connsiteX10" fmla="*/ 247217 w 2111887"/>
              <a:gd name="connsiteY10" fmla="*/ 4564455 h 4564455"/>
              <a:gd name="connsiteX11" fmla="*/ 0 w 2111887"/>
              <a:gd name="connsiteY11" fmla="*/ 4317238 h 4564455"/>
              <a:gd name="connsiteX12" fmla="*/ 0 w 2111887"/>
              <a:gd name="connsiteY12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600969 w 2111887"/>
              <a:gd name="connsiteY6" fmla="*/ 73418 h 4564455"/>
              <a:gd name="connsiteX7" fmla="*/ 1864670 w 2111887"/>
              <a:gd name="connsiteY7" fmla="*/ 21030 h 4564455"/>
              <a:gd name="connsiteX8" fmla="*/ 2111887 w 2111887"/>
              <a:gd name="connsiteY8" fmla="*/ 268247 h 4564455"/>
              <a:gd name="connsiteX9" fmla="*/ 2111887 w 2111887"/>
              <a:gd name="connsiteY9" fmla="*/ 4317238 h 4564455"/>
              <a:gd name="connsiteX10" fmla="*/ 1864670 w 2111887"/>
              <a:gd name="connsiteY10" fmla="*/ 4564455 h 4564455"/>
              <a:gd name="connsiteX11" fmla="*/ 247217 w 2111887"/>
              <a:gd name="connsiteY11" fmla="*/ 4564455 h 4564455"/>
              <a:gd name="connsiteX12" fmla="*/ 0 w 2111887"/>
              <a:gd name="connsiteY12" fmla="*/ 4317238 h 4564455"/>
              <a:gd name="connsiteX13" fmla="*/ 0 w 2111887"/>
              <a:gd name="connsiteY13" fmla="*/ 268247 h 4564455"/>
              <a:gd name="connsiteX0" fmla="*/ 0 w 2111887"/>
              <a:gd name="connsiteY0" fmla="*/ 271881 h 4568089"/>
              <a:gd name="connsiteX1" fmla="*/ 247217 w 2111887"/>
              <a:gd name="connsiteY1" fmla="*/ 15139 h 4568089"/>
              <a:gd name="connsiteX2" fmla="*/ 612749 w 2111887"/>
              <a:gd name="connsiteY2" fmla="*/ 17520 h 4568089"/>
              <a:gd name="connsiteX3" fmla="*/ 691331 w 2111887"/>
              <a:gd name="connsiteY3" fmla="*/ 105626 h 4568089"/>
              <a:gd name="connsiteX4" fmla="*/ 1103287 w 2111887"/>
              <a:gd name="connsiteY4" fmla="*/ 124676 h 4568089"/>
              <a:gd name="connsiteX5" fmla="*/ 1453331 w 2111887"/>
              <a:gd name="connsiteY5" fmla="*/ 127058 h 4568089"/>
              <a:gd name="connsiteX6" fmla="*/ 1520006 w 2111887"/>
              <a:gd name="connsiteY6" fmla="*/ 12758 h 4568089"/>
              <a:gd name="connsiteX7" fmla="*/ 1864670 w 2111887"/>
              <a:gd name="connsiteY7" fmla="*/ 24664 h 4568089"/>
              <a:gd name="connsiteX8" fmla="*/ 2111887 w 2111887"/>
              <a:gd name="connsiteY8" fmla="*/ 271881 h 4568089"/>
              <a:gd name="connsiteX9" fmla="*/ 2111887 w 2111887"/>
              <a:gd name="connsiteY9" fmla="*/ 4320872 h 4568089"/>
              <a:gd name="connsiteX10" fmla="*/ 1864670 w 2111887"/>
              <a:gd name="connsiteY10" fmla="*/ 4568089 h 4568089"/>
              <a:gd name="connsiteX11" fmla="*/ 247217 w 2111887"/>
              <a:gd name="connsiteY11" fmla="*/ 4568089 h 4568089"/>
              <a:gd name="connsiteX12" fmla="*/ 0 w 2111887"/>
              <a:gd name="connsiteY12" fmla="*/ 4320872 h 4568089"/>
              <a:gd name="connsiteX13" fmla="*/ 0 w 2111887"/>
              <a:gd name="connsiteY13" fmla="*/ 271881 h 4568089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1331 w 2111887"/>
              <a:gd name="connsiteY3" fmla="*/ 106707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3465 h 4569673"/>
              <a:gd name="connsiteX1" fmla="*/ 247217 w 2111887"/>
              <a:gd name="connsiteY1" fmla="*/ 16723 h 4569673"/>
              <a:gd name="connsiteX2" fmla="*/ 579412 w 2111887"/>
              <a:gd name="connsiteY2" fmla="*/ 9580 h 4569673"/>
              <a:gd name="connsiteX3" fmla="*/ 693712 w 2111887"/>
              <a:gd name="connsiteY3" fmla="*/ 119116 h 4569673"/>
              <a:gd name="connsiteX4" fmla="*/ 1055662 w 2111887"/>
              <a:gd name="connsiteY4" fmla="*/ 126260 h 4569673"/>
              <a:gd name="connsiteX5" fmla="*/ 1453331 w 2111887"/>
              <a:gd name="connsiteY5" fmla="*/ 121498 h 4569673"/>
              <a:gd name="connsiteX6" fmla="*/ 1520006 w 2111887"/>
              <a:gd name="connsiteY6" fmla="*/ 14342 h 4569673"/>
              <a:gd name="connsiteX7" fmla="*/ 1888482 w 2111887"/>
              <a:gd name="connsiteY7" fmla="*/ 23867 h 4569673"/>
              <a:gd name="connsiteX8" fmla="*/ 2111887 w 2111887"/>
              <a:gd name="connsiteY8" fmla="*/ 273465 h 4569673"/>
              <a:gd name="connsiteX9" fmla="*/ 2111887 w 2111887"/>
              <a:gd name="connsiteY9" fmla="*/ 4322456 h 4569673"/>
              <a:gd name="connsiteX10" fmla="*/ 1864670 w 2111887"/>
              <a:gd name="connsiteY10" fmla="*/ 4569673 h 4569673"/>
              <a:gd name="connsiteX11" fmla="*/ 247217 w 2111887"/>
              <a:gd name="connsiteY11" fmla="*/ 4569673 h 4569673"/>
              <a:gd name="connsiteX12" fmla="*/ 0 w 2111887"/>
              <a:gd name="connsiteY12" fmla="*/ 4322456 h 4569673"/>
              <a:gd name="connsiteX13" fmla="*/ 0 w 2111887"/>
              <a:gd name="connsiteY13" fmla="*/ 273465 h 4569673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27138 w 2111887"/>
              <a:gd name="connsiteY5" fmla="*/ 124774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5652 h 4571860"/>
              <a:gd name="connsiteX1" fmla="*/ 235311 w 2111887"/>
              <a:gd name="connsiteY1" fmla="*/ 16529 h 4571860"/>
              <a:gd name="connsiteX2" fmla="*/ 579412 w 2111887"/>
              <a:gd name="connsiteY2" fmla="*/ 11767 h 4571860"/>
              <a:gd name="connsiteX3" fmla="*/ 698474 w 2111887"/>
              <a:gd name="connsiteY3" fmla="*/ 123685 h 4571860"/>
              <a:gd name="connsiteX4" fmla="*/ 1055662 w 2111887"/>
              <a:gd name="connsiteY4" fmla="*/ 128447 h 4571860"/>
              <a:gd name="connsiteX5" fmla="*/ 1427138 w 2111887"/>
              <a:gd name="connsiteY5" fmla="*/ 126066 h 4571860"/>
              <a:gd name="connsiteX6" fmla="*/ 1520006 w 2111887"/>
              <a:gd name="connsiteY6" fmla="*/ 11766 h 4571860"/>
              <a:gd name="connsiteX7" fmla="*/ 1888482 w 2111887"/>
              <a:gd name="connsiteY7" fmla="*/ 26054 h 4571860"/>
              <a:gd name="connsiteX8" fmla="*/ 2111887 w 2111887"/>
              <a:gd name="connsiteY8" fmla="*/ 275652 h 4571860"/>
              <a:gd name="connsiteX9" fmla="*/ 2111887 w 2111887"/>
              <a:gd name="connsiteY9" fmla="*/ 4324643 h 4571860"/>
              <a:gd name="connsiteX10" fmla="*/ 1864670 w 2111887"/>
              <a:gd name="connsiteY10" fmla="*/ 4571860 h 4571860"/>
              <a:gd name="connsiteX11" fmla="*/ 247217 w 2111887"/>
              <a:gd name="connsiteY11" fmla="*/ 4571860 h 4571860"/>
              <a:gd name="connsiteX12" fmla="*/ 0 w 2111887"/>
              <a:gd name="connsiteY12" fmla="*/ 4324643 h 4571860"/>
              <a:gd name="connsiteX13" fmla="*/ 0 w 2111887"/>
              <a:gd name="connsiteY13" fmla="*/ 275652 h 4571860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698474 w 2111887"/>
              <a:gd name="connsiteY3" fmla="*/ 125757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762768 w 2111887"/>
              <a:gd name="connsiteY3" fmla="*/ 28126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55662 w 2111887"/>
              <a:gd name="connsiteY4" fmla="*/ 124792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46137 w 2111887"/>
              <a:gd name="connsiteY4" fmla="*/ 15255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272357 w 2111887"/>
              <a:gd name="connsiteY4" fmla="*/ 22398 h 4568205"/>
              <a:gd name="connsiteX5" fmla="*/ 1520006 w 2111887"/>
              <a:gd name="connsiteY5" fmla="*/ 8111 h 4568205"/>
              <a:gd name="connsiteX6" fmla="*/ 1895626 w 2111887"/>
              <a:gd name="connsiteY6" fmla="*/ 17637 h 4568205"/>
              <a:gd name="connsiteX7" fmla="*/ 2111887 w 2111887"/>
              <a:gd name="connsiteY7" fmla="*/ 271997 h 4568205"/>
              <a:gd name="connsiteX8" fmla="*/ 2111887 w 2111887"/>
              <a:gd name="connsiteY8" fmla="*/ 4320988 h 4568205"/>
              <a:gd name="connsiteX9" fmla="*/ 1864670 w 2111887"/>
              <a:gd name="connsiteY9" fmla="*/ 4568205 h 4568205"/>
              <a:gd name="connsiteX10" fmla="*/ 247217 w 2111887"/>
              <a:gd name="connsiteY10" fmla="*/ 4568205 h 4568205"/>
              <a:gd name="connsiteX11" fmla="*/ 0 w 2111887"/>
              <a:gd name="connsiteY11" fmla="*/ 4320988 h 4568205"/>
              <a:gd name="connsiteX12" fmla="*/ 0 w 2111887"/>
              <a:gd name="connsiteY12" fmla="*/ 271997 h 4568205"/>
              <a:gd name="connsiteX0" fmla="*/ 0 w 2111887"/>
              <a:gd name="connsiteY0" fmla="*/ 275715 h 4571923"/>
              <a:gd name="connsiteX1" fmla="*/ 235311 w 2111887"/>
              <a:gd name="connsiteY1" fmla="*/ 16592 h 4571923"/>
              <a:gd name="connsiteX2" fmla="*/ 762768 w 2111887"/>
              <a:gd name="connsiteY2" fmla="*/ 26117 h 4571923"/>
              <a:gd name="connsiteX3" fmla="*/ 1272357 w 2111887"/>
              <a:gd name="connsiteY3" fmla="*/ 26116 h 4571923"/>
              <a:gd name="connsiteX4" fmla="*/ 1520006 w 2111887"/>
              <a:gd name="connsiteY4" fmla="*/ 11829 h 4571923"/>
              <a:gd name="connsiteX5" fmla="*/ 1895626 w 2111887"/>
              <a:gd name="connsiteY5" fmla="*/ 21355 h 4571923"/>
              <a:gd name="connsiteX6" fmla="*/ 2111887 w 2111887"/>
              <a:gd name="connsiteY6" fmla="*/ 275715 h 4571923"/>
              <a:gd name="connsiteX7" fmla="*/ 2111887 w 2111887"/>
              <a:gd name="connsiteY7" fmla="*/ 4324706 h 4571923"/>
              <a:gd name="connsiteX8" fmla="*/ 1864670 w 2111887"/>
              <a:gd name="connsiteY8" fmla="*/ 4571923 h 4571923"/>
              <a:gd name="connsiteX9" fmla="*/ 247217 w 2111887"/>
              <a:gd name="connsiteY9" fmla="*/ 4571923 h 4571923"/>
              <a:gd name="connsiteX10" fmla="*/ 0 w 2111887"/>
              <a:gd name="connsiteY10" fmla="*/ 4324706 h 4571923"/>
              <a:gd name="connsiteX11" fmla="*/ 0 w 2111887"/>
              <a:gd name="connsiteY11" fmla="*/ 275715 h 4571923"/>
              <a:gd name="connsiteX0" fmla="*/ 0 w 2111887"/>
              <a:gd name="connsiteY0" fmla="*/ 275289 h 4571497"/>
              <a:gd name="connsiteX1" fmla="*/ 235311 w 2111887"/>
              <a:gd name="connsiteY1" fmla="*/ 16166 h 4571497"/>
              <a:gd name="connsiteX2" fmla="*/ 1272357 w 2111887"/>
              <a:gd name="connsiteY2" fmla="*/ 25690 h 4571497"/>
              <a:gd name="connsiteX3" fmla="*/ 1520006 w 2111887"/>
              <a:gd name="connsiteY3" fmla="*/ 11403 h 4571497"/>
              <a:gd name="connsiteX4" fmla="*/ 1895626 w 2111887"/>
              <a:gd name="connsiteY4" fmla="*/ 20929 h 4571497"/>
              <a:gd name="connsiteX5" fmla="*/ 2111887 w 2111887"/>
              <a:gd name="connsiteY5" fmla="*/ 275289 h 4571497"/>
              <a:gd name="connsiteX6" fmla="*/ 2111887 w 2111887"/>
              <a:gd name="connsiteY6" fmla="*/ 4324280 h 4571497"/>
              <a:gd name="connsiteX7" fmla="*/ 1864670 w 2111887"/>
              <a:gd name="connsiteY7" fmla="*/ 4571497 h 4571497"/>
              <a:gd name="connsiteX8" fmla="*/ 247217 w 2111887"/>
              <a:gd name="connsiteY8" fmla="*/ 4571497 h 4571497"/>
              <a:gd name="connsiteX9" fmla="*/ 0 w 2111887"/>
              <a:gd name="connsiteY9" fmla="*/ 4324280 h 4571497"/>
              <a:gd name="connsiteX10" fmla="*/ 0 w 2111887"/>
              <a:gd name="connsiteY10" fmla="*/ 275289 h 4571497"/>
              <a:gd name="connsiteX0" fmla="*/ 0 w 2111887"/>
              <a:gd name="connsiteY0" fmla="*/ 280184 h 4576392"/>
              <a:gd name="connsiteX1" fmla="*/ 235311 w 2111887"/>
              <a:gd name="connsiteY1" fmla="*/ 21061 h 4576392"/>
              <a:gd name="connsiteX2" fmla="*/ 1520006 w 2111887"/>
              <a:gd name="connsiteY2" fmla="*/ 16298 h 4576392"/>
              <a:gd name="connsiteX3" fmla="*/ 1895626 w 2111887"/>
              <a:gd name="connsiteY3" fmla="*/ 25824 h 4576392"/>
              <a:gd name="connsiteX4" fmla="*/ 2111887 w 2111887"/>
              <a:gd name="connsiteY4" fmla="*/ 280184 h 4576392"/>
              <a:gd name="connsiteX5" fmla="*/ 2111887 w 2111887"/>
              <a:gd name="connsiteY5" fmla="*/ 4329175 h 4576392"/>
              <a:gd name="connsiteX6" fmla="*/ 1864670 w 2111887"/>
              <a:gd name="connsiteY6" fmla="*/ 4576392 h 4576392"/>
              <a:gd name="connsiteX7" fmla="*/ 247217 w 2111887"/>
              <a:gd name="connsiteY7" fmla="*/ 4576392 h 4576392"/>
              <a:gd name="connsiteX8" fmla="*/ 0 w 2111887"/>
              <a:gd name="connsiteY8" fmla="*/ 4329175 h 4576392"/>
              <a:gd name="connsiteX9" fmla="*/ 0 w 2111887"/>
              <a:gd name="connsiteY9" fmla="*/ 280184 h 4576392"/>
              <a:gd name="connsiteX0" fmla="*/ 0 w 2111887"/>
              <a:gd name="connsiteY0" fmla="*/ 288917 h 4585125"/>
              <a:gd name="connsiteX1" fmla="*/ 235311 w 2111887"/>
              <a:gd name="connsiteY1" fmla="*/ 29794 h 4585125"/>
              <a:gd name="connsiteX2" fmla="*/ 1895626 w 2111887"/>
              <a:gd name="connsiteY2" fmla="*/ 34557 h 4585125"/>
              <a:gd name="connsiteX3" fmla="*/ 2111887 w 2111887"/>
              <a:gd name="connsiteY3" fmla="*/ 288917 h 4585125"/>
              <a:gd name="connsiteX4" fmla="*/ 2111887 w 2111887"/>
              <a:gd name="connsiteY4" fmla="*/ 4337908 h 4585125"/>
              <a:gd name="connsiteX5" fmla="*/ 1864670 w 2111887"/>
              <a:gd name="connsiteY5" fmla="*/ 4585125 h 4585125"/>
              <a:gd name="connsiteX6" fmla="*/ 247217 w 2111887"/>
              <a:gd name="connsiteY6" fmla="*/ 4585125 h 4585125"/>
              <a:gd name="connsiteX7" fmla="*/ 0 w 2111887"/>
              <a:gd name="connsiteY7" fmla="*/ 4337908 h 4585125"/>
              <a:gd name="connsiteX8" fmla="*/ 0 w 2111887"/>
              <a:gd name="connsiteY8" fmla="*/ 288917 h 4585125"/>
              <a:gd name="connsiteX0" fmla="*/ 0 w 2111887"/>
              <a:gd name="connsiteY0" fmla="*/ 316063 h 4612271"/>
              <a:gd name="connsiteX1" fmla="*/ 235311 w 2111887"/>
              <a:gd name="connsiteY1" fmla="*/ 56940 h 4612271"/>
              <a:gd name="connsiteX2" fmla="*/ 1888483 w 2111887"/>
              <a:gd name="connsiteY2" fmla="*/ 18841 h 4612271"/>
              <a:gd name="connsiteX3" fmla="*/ 2111887 w 2111887"/>
              <a:gd name="connsiteY3" fmla="*/ 316063 h 4612271"/>
              <a:gd name="connsiteX4" fmla="*/ 2111887 w 2111887"/>
              <a:gd name="connsiteY4" fmla="*/ 4365054 h 4612271"/>
              <a:gd name="connsiteX5" fmla="*/ 1864670 w 2111887"/>
              <a:gd name="connsiteY5" fmla="*/ 4612271 h 4612271"/>
              <a:gd name="connsiteX6" fmla="*/ 247217 w 2111887"/>
              <a:gd name="connsiteY6" fmla="*/ 4612271 h 4612271"/>
              <a:gd name="connsiteX7" fmla="*/ 0 w 2111887"/>
              <a:gd name="connsiteY7" fmla="*/ 4365054 h 4612271"/>
              <a:gd name="connsiteX8" fmla="*/ 0 w 2111887"/>
              <a:gd name="connsiteY8" fmla="*/ 316063 h 4612271"/>
              <a:gd name="connsiteX0" fmla="*/ 0 w 2111887"/>
              <a:gd name="connsiteY0" fmla="*/ 327050 h 4623258"/>
              <a:gd name="connsiteX1" fmla="*/ 223404 w 2111887"/>
              <a:gd name="connsiteY1" fmla="*/ 34589 h 4623258"/>
              <a:gd name="connsiteX2" fmla="*/ 1888483 w 2111887"/>
              <a:gd name="connsiteY2" fmla="*/ 29828 h 4623258"/>
              <a:gd name="connsiteX3" fmla="*/ 2111887 w 2111887"/>
              <a:gd name="connsiteY3" fmla="*/ 327050 h 4623258"/>
              <a:gd name="connsiteX4" fmla="*/ 2111887 w 2111887"/>
              <a:gd name="connsiteY4" fmla="*/ 4376041 h 4623258"/>
              <a:gd name="connsiteX5" fmla="*/ 1864670 w 2111887"/>
              <a:gd name="connsiteY5" fmla="*/ 4623258 h 4623258"/>
              <a:gd name="connsiteX6" fmla="*/ 247217 w 2111887"/>
              <a:gd name="connsiteY6" fmla="*/ 4623258 h 4623258"/>
              <a:gd name="connsiteX7" fmla="*/ 0 w 2111887"/>
              <a:gd name="connsiteY7" fmla="*/ 4376041 h 4623258"/>
              <a:gd name="connsiteX8" fmla="*/ 0 w 2111887"/>
              <a:gd name="connsiteY8" fmla="*/ 327050 h 4623258"/>
              <a:gd name="connsiteX0" fmla="*/ 0 w 2111887"/>
              <a:gd name="connsiteY0" fmla="*/ 318359 h 4614567"/>
              <a:gd name="connsiteX1" fmla="*/ 223404 w 2111887"/>
              <a:gd name="connsiteY1" fmla="*/ 25898 h 4614567"/>
              <a:gd name="connsiteX2" fmla="*/ 1888483 w 2111887"/>
              <a:gd name="connsiteY2" fmla="*/ 21137 h 4614567"/>
              <a:gd name="connsiteX3" fmla="*/ 2111887 w 2111887"/>
              <a:gd name="connsiteY3" fmla="*/ 318359 h 4614567"/>
              <a:gd name="connsiteX4" fmla="*/ 2111887 w 2111887"/>
              <a:gd name="connsiteY4" fmla="*/ 4367350 h 4614567"/>
              <a:gd name="connsiteX5" fmla="*/ 1864670 w 2111887"/>
              <a:gd name="connsiteY5" fmla="*/ 4614567 h 4614567"/>
              <a:gd name="connsiteX6" fmla="*/ 247217 w 2111887"/>
              <a:gd name="connsiteY6" fmla="*/ 4614567 h 4614567"/>
              <a:gd name="connsiteX7" fmla="*/ 0 w 2111887"/>
              <a:gd name="connsiteY7" fmla="*/ 4367350 h 4614567"/>
              <a:gd name="connsiteX8" fmla="*/ 0 w 2111887"/>
              <a:gd name="connsiteY8" fmla="*/ 318359 h 4614567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9031"/>
              <a:gd name="connsiteY0" fmla="*/ 292265 h 4605141"/>
              <a:gd name="connsiteX1" fmla="*/ 230548 w 2119031"/>
              <a:gd name="connsiteY1" fmla="*/ 16472 h 4605141"/>
              <a:gd name="connsiteX2" fmla="*/ 1895627 w 2119031"/>
              <a:gd name="connsiteY2" fmla="*/ 11711 h 4605141"/>
              <a:gd name="connsiteX3" fmla="*/ 2119031 w 2119031"/>
              <a:gd name="connsiteY3" fmla="*/ 308933 h 4605141"/>
              <a:gd name="connsiteX4" fmla="*/ 2119031 w 2119031"/>
              <a:gd name="connsiteY4" fmla="*/ 4357924 h 4605141"/>
              <a:gd name="connsiteX5" fmla="*/ 1871814 w 2119031"/>
              <a:gd name="connsiteY5" fmla="*/ 4605141 h 4605141"/>
              <a:gd name="connsiteX6" fmla="*/ 254361 w 2119031"/>
              <a:gd name="connsiteY6" fmla="*/ 4605141 h 4605141"/>
              <a:gd name="connsiteX7" fmla="*/ 7144 w 2119031"/>
              <a:gd name="connsiteY7" fmla="*/ 4357924 h 4605141"/>
              <a:gd name="connsiteX8" fmla="*/ 0 w 2119031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19031 w 2128556"/>
              <a:gd name="connsiteY4" fmla="*/ 4357924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28556 w 2128556"/>
              <a:gd name="connsiteY4" fmla="*/ 4360305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0514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2419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2874 w 2131430"/>
              <a:gd name="connsiteY0" fmla="*/ 292265 h 4626572"/>
              <a:gd name="connsiteX1" fmla="*/ 233422 w 2131430"/>
              <a:gd name="connsiteY1" fmla="*/ 16472 h 4626572"/>
              <a:gd name="connsiteX2" fmla="*/ 1898501 w 2131430"/>
              <a:gd name="connsiteY2" fmla="*/ 11711 h 4626572"/>
              <a:gd name="connsiteX3" fmla="*/ 2131430 w 2131430"/>
              <a:gd name="connsiteY3" fmla="*/ 297027 h 4626572"/>
              <a:gd name="connsiteX4" fmla="*/ 2131430 w 2131430"/>
              <a:gd name="connsiteY4" fmla="*/ 4360305 h 4626572"/>
              <a:gd name="connsiteX5" fmla="*/ 1869925 w 2131430"/>
              <a:gd name="connsiteY5" fmla="*/ 4626572 h 4626572"/>
              <a:gd name="connsiteX6" fmla="*/ 257235 w 2131430"/>
              <a:gd name="connsiteY6" fmla="*/ 4624191 h 4626572"/>
              <a:gd name="connsiteX7" fmla="*/ 493 w 2131430"/>
              <a:gd name="connsiteY7" fmla="*/ 4357924 h 4626572"/>
              <a:gd name="connsiteX8" fmla="*/ 2874 w 2131430"/>
              <a:gd name="connsiteY8" fmla="*/ 292265 h 46265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131430" h="4626572">
                <a:moveTo>
                  <a:pt x="2874" y="292265"/>
                </a:moveTo>
                <a:cubicBezTo>
                  <a:pt x="2874" y="155731"/>
                  <a:pt x="101650" y="18853"/>
                  <a:pt x="233422" y="16472"/>
                </a:cubicBezTo>
                <a:cubicBezTo>
                  <a:pt x="556504" y="2654"/>
                  <a:pt x="1580975" y="-10045"/>
                  <a:pt x="1898501" y="11711"/>
                </a:cubicBezTo>
                <a:cubicBezTo>
                  <a:pt x="2042179" y="21236"/>
                  <a:pt x="2131430" y="160493"/>
                  <a:pt x="2131430" y="297027"/>
                </a:cubicBezTo>
                <a:lnTo>
                  <a:pt x="2131430" y="4360305"/>
                </a:lnTo>
                <a:cubicBezTo>
                  <a:pt x="2131430" y="4496839"/>
                  <a:pt x="2006459" y="4626572"/>
                  <a:pt x="1869925" y="4626572"/>
                </a:cubicBezTo>
                <a:lnTo>
                  <a:pt x="257235" y="4624191"/>
                </a:lnTo>
                <a:cubicBezTo>
                  <a:pt x="120701" y="4624191"/>
                  <a:pt x="493" y="4494458"/>
                  <a:pt x="493" y="4357924"/>
                </a:cubicBezTo>
                <a:cubicBezTo>
                  <a:pt x="-1888" y="3002704"/>
                  <a:pt x="5255" y="1647485"/>
                  <a:pt x="2874" y="292265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pic>
        <p:nvPicPr>
          <p:cNvPr id="26" name="Picture 25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7" name="Title 1">
            <a:extLst>
              <a:ext uri="{FF2B5EF4-FFF2-40B4-BE49-F238E27FC236}">
                <a16:creationId xmlns:a16="http://schemas.microsoft.com/office/drawing/2014/main" id="{E05A38DB-2EAE-47C8-9F84-174DA20245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4349" y="1048131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472C8C42-C792-4628-B171-1C30DA52BB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4348" y="2808667"/>
            <a:ext cx="5153026" cy="228720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5917F0B-3CB7-E0EA-BFAE-20D511EF8801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408F28A-ACB2-6E48-D5E6-03F24C7118A7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FF86E4-C720-0B16-79A3-87981D57083D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8A5A958-3EF5-C954-1BDD-5C44193C42D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475DDA0-8FC0-DB37-99A8-55D3DD65ED4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A2E0A32-AF7C-F862-F2DF-150884F9200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F054695-BD09-A212-CA6E-A1D366705588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DDA22685-D3D5-AF13-9F3C-2983763EFF5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3" name="Date Placeholder 3">
            <a:extLst>
              <a:ext uri="{FF2B5EF4-FFF2-40B4-BE49-F238E27FC236}">
                <a16:creationId xmlns:a16="http://schemas.microsoft.com/office/drawing/2014/main" id="{FB4B915C-60A3-0B79-5905-5A42CE54209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16-Dec-25</a:t>
            </a:fld>
            <a:endParaRPr lang="en-US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B38F3282-08F4-E668-5916-6C6A00B13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943863" y="1011126"/>
            <a:ext cx="3171810" cy="5138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683CFCA1-DA12-C6FE-EFA3-0063CCBE582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9255760" y="1200818"/>
            <a:ext cx="534445" cy="155541"/>
          </a:xfrm>
          <a:custGeom>
            <a:avLst/>
            <a:gdLst>
              <a:gd name="connsiteX0" fmla="*/ 0 w 2111887"/>
              <a:gd name="connsiteY0" fmla="*/ 247217 h 4543425"/>
              <a:gd name="connsiteX1" fmla="*/ 247217 w 2111887"/>
              <a:gd name="connsiteY1" fmla="*/ 0 h 4543425"/>
              <a:gd name="connsiteX2" fmla="*/ 1864670 w 2111887"/>
              <a:gd name="connsiteY2" fmla="*/ 0 h 4543425"/>
              <a:gd name="connsiteX3" fmla="*/ 2111887 w 2111887"/>
              <a:gd name="connsiteY3" fmla="*/ 247217 h 4543425"/>
              <a:gd name="connsiteX4" fmla="*/ 2111887 w 2111887"/>
              <a:gd name="connsiteY4" fmla="*/ 4296208 h 4543425"/>
              <a:gd name="connsiteX5" fmla="*/ 1864670 w 2111887"/>
              <a:gd name="connsiteY5" fmla="*/ 4543425 h 4543425"/>
              <a:gd name="connsiteX6" fmla="*/ 247217 w 2111887"/>
              <a:gd name="connsiteY6" fmla="*/ 4543425 h 4543425"/>
              <a:gd name="connsiteX7" fmla="*/ 0 w 2111887"/>
              <a:gd name="connsiteY7" fmla="*/ 4296208 h 4543425"/>
              <a:gd name="connsiteX8" fmla="*/ 0 w 2111887"/>
              <a:gd name="connsiteY8" fmla="*/ 247217 h 4543425"/>
              <a:gd name="connsiteX0" fmla="*/ 0 w 2111887"/>
              <a:gd name="connsiteY0" fmla="*/ 247221 h 4543429"/>
              <a:gd name="connsiteX1" fmla="*/ 247217 w 2111887"/>
              <a:gd name="connsiteY1" fmla="*/ 4 h 4543429"/>
              <a:gd name="connsiteX2" fmla="*/ 1103287 w 2111887"/>
              <a:gd name="connsiteY2" fmla="*/ 100016 h 4543429"/>
              <a:gd name="connsiteX3" fmla="*/ 1864670 w 2111887"/>
              <a:gd name="connsiteY3" fmla="*/ 4 h 4543429"/>
              <a:gd name="connsiteX4" fmla="*/ 2111887 w 2111887"/>
              <a:gd name="connsiteY4" fmla="*/ 247221 h 4543429"/>
              <a:gd name="connsiteX5" fmla="*/ 2111887 w 2111887"/>
              <a:gd name="connsiteY5" fmla="*/ 4296212 h 4543429"/>
              <a:gd name="connsiteX6" fmla="*/ 1864670 w 2111887"/>
              <a:gd name="connsiteY6" fmla="*/ 4543429 h 4543429"/>
              <a:gd name="connsiteX7" fmla="*/ 247217 w 2111887"/>
              <a:gd name="connsiteY7" fmla="*/ 4543429 h 4543429"/>
              <a:gd name="connsiteX8" fmla="*/ 0 w 2111887"/>
              <a:gd name="connsiteY8" fmla="*/ 4296212 h 4543429"/>
              <a:gd name="connsiteX9" fmla="*/ 0 w 2111887"/>
              <a:gd name="connsiteY9" fmla="*/ 247221 h 4543429"/>
              <a:gd name="connsiteX0" fmla="*/ 0 w 2111887"/>
              <a:gd name="connsiteY0" fmla="*/ 264906 h 4561114"/>
              <a:gd name="connsiteX1" fmla="*/ 247217 w 2111887"/>
              <a:gd name="connsiteY1" fmla="*/ 17689 h 4561114"/>
              <a:gd name="connsiteX2" fmla="*/ 665137 w 2111887"/>
              <a:gd name="connsiteY2" fmla="*/ 22451 h 4561114"/>
              <a:gd name="connsiteX3" fmla="*/ 1103287 w 2111887"/>
              <a:gd name="connsiteY3" fmla="*/ 117701 h 4561114"/>
              <a:gd name="connsiteX4" fmla="*/ 1864670 w 2111887"/>
              <a:gd name="connsiteY4" fmla="*/ 17689 h 4561114"/>
              <a:gd name="connsiteX5" fmla="*/ 2111887 w 2111887"/>
              <a:gd name="connsiteY5" fmla="*/ 264906 h 4561114"/>
              <a:gd name="connsiteX6" fmla="*/ 2111887 w 2111887"/>
              <a:gd name="connsiteY6" fmla="*/ 4313897 h 4561114"/>
              <a:gd name="connsiteX7" fmla="*/ 1864670 w 2111887"/>
              <a:gd name="connsiteY7" fmla="*/ 4561114 h 4561114"/>
              <a:gd name="connsiteX8" fmla="*/ 247217 w 2111887"/>
              <a:gd name="connsiteY8" fmla="*/ 4561114 h 4561114"/>
              <a:gd name="connsiteX9" fmla="*/ 0 w 2111887"/>
              <a:gd name="connsiteY9" fmla="*/ 4313897 h 4561114"/>
              <a:gd name="connsiteX10" fmla="*/ 0 w 2111887"/>
              <a:gd name="connsiteY10" fmla="*/ 264906 h 4561114"/>
              <a:gd name="connsiteX0" fmla="*/ 0 w 2111887"/>
              <a:gd name="connsiteY0" fmla="*/ 269676 h 4565884"/>
              <a:gd name="connsiteX1" fmla="*/ 247217 w 2111887"/>
              <a:gd name="connsiteY1" fmla="*/ 22459 h 4565884"/>
              <a:gd name="connsiteX2" fmla="*/ 612749 w 2111887"/>
              <a:gd name="connsiteY2" fmla="*/ 15315 h 4565884"/>
              <a:gd name="connsiteX3" fmla="*/ 1103287 w 2111887"/>
              <a:gd name="connsiteY3" fmla="*/ 122471 h 4565884"/>
              <a:gd name="connsiteX4" fmla="*/ 1864670 w 2111887"/>
              <a:gd name="connsiteY4" fmla="*/ 22459 h 4565884"/>
              <a:gd name="connsiteX5" fmla="*/ 2111887 w 2111887"/>
              <a:gd name="connsiteY5" fmla="*/ 269676 h 4565884"/>
              <a:gd name="connsiteX6" fmla="*/ 2111887 w 2111887"/>
              <a:gd name="connsiteY6" fmla="*/ 4318667 h 4565884"/>
              <a:gd name="connsiteX7" fmla="*/ 1864670 w 2111887"/>
              <a:gd name="connsiteY7" fmla="*/ 4565884 h 4565884"/>
              <a:gd name="connsiteX8" fmla="*/ 247217 w 2111887"/>
              <a:gd name="connsiteY8" fmla="*/ 4565884 h 4565884"/>
              <a:gd name="connsiteX9" fmla="*/ 0 w 2111887"/>
              <a:gd name="connsiteY9" fmla="*/ 4318667 h 4565884"/>
              <a:gd name="connsiteX10" fmla="*/ 0 w 2111887"/>
              <a:gd name="connsiteY10" fmla="*/ 269676 h 4565884"/>
              <a:gd name="connsiteX0" fmla="*/ 0 w 2111887"/>
              <a:gd name="connsiteY0" fmla="*/ 275247 h 4571455"/>
              <a:gd name="connsiteX1" fmla="*/ 247217 w 2111887"/>
              <a:gd name="connsiteY1" fmla="*/ 18505 h 4571455"/>
              <a:gd name="connsiteX2" fmla="*/ 612749 w 2111887"/>
              <a:gd name="connsiteY2" fmla="*/ 20886 h 4571455"/>
              <a:gd name="connsiteX3" fmla="*/ 1103287 w 2111887"/>
              <a:gd name="connsiteY3" fmla="*/ 128042 h 4571455"/>
              <a:gd name="connsiteX4" fmla="*/ 1864670 w 2111887"/>
              <a:gd name="connsiteY4" fmla="*/ 28030 h 4571455"/>
              <a:gd name="connsiteX5" fmla="*/ 2111887 w 2111887"/>
              <a:gd name="connsiteY5" fmla="*/ 275247 h 4571455"/>
              <a:gd name="connsiteX6" fmla="*/ 2111887 w 2111887"/>
              <a:gd name="connsiteY6" fmla="*/ 4324238 h 4571455"/>
              <a:gd name="connsiteX7" fmla="*/ 1864670 w 2111887"/>
              <a:gd name="connsiteY7" fmla="*/ 4571455 h 4571455"/>
              <a:gd name="connsiteX8" fmla="*/ 247217 w 2111887"/>
              <a:gd name="connsiteY8" fmla="*/ 4571455 h 4571455"/>
              <a:gd name="connsiteX9" fmla="*/ 0 w 2111887"/>
              <a:gd name="connsiteY9" fmla="*/ 4324238 h 4571455"/>
              <a:gd name="connsiteX10" fmla="*/ 0 w 2111887"/>
              <a:gd name="connsiteY10" fmla="*/ 275247 h 4571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1103287 w 2111887"/>
              <a:gd name="connsiteY3" fmla="*/ 121042 h 4564455"/>
              <a:gd name="connsiteX4" fmla="*/ 1864670 w 2111887"/>
              <a:gd name="connsiteY4" fmla="*/ 21030 h 4564455"/>
              <a:gd name="connsiteX5" fmla="*/ 2111887 w 2111887"/>
              <a:gd name="connsiteY5" fmla="*/ 268247 h 4564455"/>
              <a:gd name="connsiteX6" fmla="*/ 2111887 w 2111887"/>
              <a:gd name="connsiteY6" fmla="*/ 4317238 h 4564455"/>
              <a:gd name="connsiteX7" fmla="*/ 1864670 w 2111887"/>
              <a:gd name="connsiteY7" fmla="*/ 4564455 h 4564455"/>
              <a:gd name="connsiteX8" fmla="*/ 247217 w 2111887"/>
              <a:gd name="connsiteY8" fmla="*/ 4564455 h 4564455"/>
              <a:gd name="connsiteX9" fmla="*/ 0 w 2111887"/>
              <a:gd name="connsiteY9" fmla="*/ 4317238 h 4564455"/>
              <a:gd name="connsiteX10" fmla="*/ 0 w 2111887"/>
              <a:gd name="connsiteY10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784200 w 2111887"/>
              <a:gd name="connsiteY3" fmla="*/ 59130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864670 w 2111887"/>
              <a:gd name="connsiteY6" fmla="*/ 21030 h 4564455"/>
              <a:gd name="connsiteX7" fmla="*/ 2111887 w 2111887"/>
              <a:gd name="connsiteY7" fmla="*/ 268247 h 4564455"/>
              <a:gd name="connsiteX8" fmla="*/ 2111887 w 2111887"/>
              <a:gd name="connsiteY8" fmla="*/ 4317238 h 4564455"/>
              <a:gd name="connsiteX9" fmla="*/ 1864670 w 2111887"/>
              <a:gd name="connsiteY9" fmla="*/ 4564455 h 4564455"/>
              <a:gd name="connsiteX10" fmla="*/ 247217 w 2111887"/>
              <a:gd name="connsiteY10" fmla="*/ 4564455 h 4564455"/>
              <a:gd name="connsiteX11" fmla="*/ 0 w 2111887"/>
              <a:gd name="connsiteY11" fmla="*/ 4317238 h 4564455"/>
              <a:gd name="connsiteX12" fmla="*/ 0 w 2111887"/>
              <a:gd name="connsiteY12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600969 w 2111887"/>
              <a:gd name="connsiteY6" fmla="*/ 73418 h 4564455"/>
              <a:gd name="connsiteX7" fmla="*/ 1864670 w 2111887"/>
              <a:gd name="connsiteY7" fmla="*/ 21030 h 4564455"/>
              <a:gd name="connsiteX8" fmla="*/ 2111887 w 2111887"/>
              <a:gd name="connsiteY8" fmla="*/ 268247 h 4564455"/>
              <a:gd name="connsiteX9" fmla="*/ 2111887 w 2111887"/>
              <a:gd name="connsiteY9" fmla="*/ 4317238 h 4564455"/>
              <a:gd name="connsiteX10" fmla="*/ 1864670 w 2111887"/>
              <a:gd name="connsiteY10" fmla="*/ 4564455 h 4564455"/>
              <a:gd name="connsiteX11" fmla="*/ 247217 w 2111887"/>
              <a:gd name="connsiteY11" fmla="*/ 4564455 h 4564455"/>
              <a:gd name="connsiteX12" fmla="*/ 0 w 2111887"/>
              <a:gd name="connsiteY12" fmla="*/ 4317238 h 4564455"/>
              <a:gd name="connsiteX13" fmla="*/ 0 w 2111887"/>
              <a:gd name="connsiteY13" fmla="*/ 268247 h 4564455"/>
              <a:gd name="connsiteX0" fmla="*/ 0 w 2111887"/>
              <a:gd name="connsiteY0" fmla="*/ 271881 h 4568089"/>
              <a:gd name="connsiteX1" fmla="*/ 247217 w 2111887"/>
              <a:gd name="connsiteY1" fmla="*/ 15139 h 4568089"/>
              <a:gd name="connsiteX2" fmla="*/ 612749 w 2111887"/>
              <a:gd name="connsiteY2" fmla="*/ 17520 h 4568089"/>
              <a:gd name="connsiteX3" fmla="*/ 691331 w 2111887"/>
              <a:gd name="connsiteY3" fmla="*/ 105626 h 4568089"/>
              <a:gd name="connsiteX4" fmla="*/ 1103287 w 2111887"/>
              <a:gd name="connsiteY4" fmla="*/ 124676 h 4568089"/>
              <a:gd name="connsiteX5" fmla="*/ 1453331 w 2111887"/>
              <a:gd name="connsiteY5" fmla="*/ 127058 h 4568089"/>
              <a:gd name="connsiteX6" fmla="*/ 1520006 w 2111887"/>
              <a:gd name="connsiteY6" fmla="*/ 12758 h 4568089"/>
              <a:gd name="connsiteX7" fmla="*/ 1864670 w 2111887"/>
              <a:gd name="connsiteY7" fmla="*/ 24664 h 4568089"/>
              <a:gd name="connsiteX8" fmla="*/ 2111887 w 2111887"/>
              <a:gd name="connsiteY8" fmla="*/ 271881 h 4568089"/>
              <a:gd name="connsiteX9" fmla="*/ 2111887 w 2111887"/>
              <a:gd name="connsiteY9" fmla="*/ 4320872 h 4568089"/>
              <a:gd name="connsiteX10" fmla="*/ 1864670 w 2111887"/>
              <a:gd name="connsiteY10" fmla="*/ 4568089 h 4568089"/>
              <a:gd name="connsiteX11" fmla="*/ 247217 w 2111887"/>
              <a:gd name="connsiteY11" fmla="*/ 4568089 h 4568089"/>
              <a:gd name="connsiteX12" fmla="*/ 0 w 2111887"/>
              <a:gd name="connsiteY12" fmla="*/ 4320872 h 4568089"/>
              <a:gd name="connsiteX13" fmla="*/ 0 w 2111887"/>
              <a:gd name="connsiteY13" fmla="*/ 271881 h 4568089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1331 w 2111887"/>
              <a:gd name="connsiteY3" fmla="*/ 106707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3465 h 4569673"/>
              <a:gd name="connsiteX1" fmla="*/ 247217 w 2111887"/>
              <a:gd name="connsiteY1" fmla="*/ 16723 h 4569673"/>
              <a:gd name="connsiteX2" fmla="*/ 579412 w 2111887"/>
              <a:gd name="connsiteY2" fmla="*/ 9580 h 4569673"/>
              <a:gd name="connsiteX3" fmla="*/ 693712 w 2111887"/>
              <a:gd name="connsiteY3" fmla="*/ 119116 h 4569673"/>
              <a:gd name="connsiteX4" fmla="*/ 1055662 w 2111887"/>
              <a:gd name="connsiteY4" fmla="*/ 126260 h 4569673"/>
              <a:gd name="connsiteX5" fmla="*/ 1453331 w 2111887"/>
              <a:gd name="connsiteY5" fmla="*/ 121498 h 4569673"/>
              <a:gd name="connsiteX6" fmla="*/ 1520006 w 2111887"/>
              <a:gd name="connsiteY6" fmla="*/ 14342 h 4569673"/>
              <a:gd name="connsiteX7" fmla="*/ 1888482 w 2111887"/>
              <a:gd name="connsiteY7" fmla="*/ 23867 h 4569673"/>
              <a:gd name="connsiteX8" fmla="*/ 2111887 w 2111887"/>
              <a:gd name="connsiteY8" fmla="*/ 273465 h 4569673"/>
              <a:gd name="connsiteX9" fmla="*/ 2111887 w 2111887"/>
              <a:gd name="connsiteY9" fmla="*/ 4322456 h 4569673"/>
              <a:gd name="connsiteX10" fmla="*/ 1864670 w 2111887"/>
              <a:gd name="connsiteY10" fmla="*/ 4569673 h 4569673"/>
              <a:gd name="connsiteX11" fmla="*/ 247217 w 2111887"/>
              <a:gd name="connsiteY11" fmla="*/ 4569673 h 4569673"/>
              <a:gd name="connsiteX12" fmla="*/ 0 w 2111887"/>
              <a:gd name="connsiteY12" fmla="*/ 4322456 h 4569673"/>
              <a:gd name="connsiteX13" fmla="*/ 0 w 2111887"/>
              <a:gd name="connsiteY13" fmla="*/ 273465 h 4569673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27138 w 2111887"/>
              <a:gd name="connsiteY5" fmla="*/ 124774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5652 h 4571860"/>
              <a:gd name="connsiteX1" fmla="*/ 235311 w 2111887"/>
              <a:gd name="connsiteY1" fmla="*/ 16529 h 4571860"/>
              <a:gd name="connsiteX2" fmla="*/ 579412 w 2111887"/>
              <a:gd name="connsiteY2" fmla="*/ 11767 h 4571860"/>
              <a:gd name="connsiteX3" fmla="*/ 698474 w 2111887"/>
              <a:gd name="connsiteY3" fmla="*/ 123685 h 4571860"/>
              <a:gd name="connsiteX4" fmla="*/ 1055662 w 2111887"/>
              <a:gd name="connsiteY4" fmla="*/ 128447 h 4571860"/>
              <a:gd name="connsiteX5" fmla="*/ 1427138 w 2111887"/>
              <a:gd name="connsiteY5" fmla="*/ 126066 h 4571860"/>
              <a:gd name="connsiteX6" fmla="*/ 1520006 w 2111887"/>
              <a:gd name="connsiteY6" fmla="*/ 11766 h 4571860"/>
              <a:gd name="connsiteX7" fmla="*/ 1888482 w 2111887"/>
              <a:gd name="connsiteY7" fmla="*/ 26054 h 4571860"/>
              <a:gd name="connsiteX8" fmla="*/ 2111887 w 2111887"/>
              <a:gd name="connsiteY8" fmla="*/ 275652 h 4571860"/>
              <a:gd name="connsiteX9" fmla="*/ 2111887 w 2111887"/>
              <a:gd name="connsiteY9" fmla="*/ 4324643 h 4571860"/>
              <a:gd name="connsiteX10" fmla="*/ 1864670 w 2111887"/>
              <a:gd name="connsiteY10" fmla="*/ 4571860 h 4571860"/>
              <a:gd name="connsiteX11" fmla="*/ 247217 w 2111887"/>
              <a:gd name="connsiteY11" fmla="*/ 4571860 h 4571860"/>
              <a:gd name="connsiteX12" fmla="*/ 0 w 2111887"/>
              <a:gd name="connsiteY12" fmla="*/ 4324643 h 4571860"/>
              <a:gd name="connsiteX13" fmla="*/ 0 w 2111887"/>
              <a:gd name="connsiteY13" fmla="*/ 275652 h 4571860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698474 w 2111887"/>
              <a:gd name="connsiteY3" fmla="*/ 125757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762768 w 2111887"/>
              <a:gd name="connsiteY3" fmla="*/ 28126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55662 w 2111887"/>
              <a:gd name="connsiteY4" fmla="*/ 124792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46137 w 2111887"/>
              <a:gd name="connsiteY4" fmla="*/ 15255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272357 w 2111887"/>
              <a:gd name="connsiteY4" fmla="*/ 22398 h 4568205"/>
              <a:gd name="connsiteX5" fmla="*/ 1520006 w 2111887"/>
              <a:gd name="connsiteY5" fmla="*/ 8111 h 4568205"/>
              <a:gd name="connsiteX6" fmla="*/ 1895626 w 2111887"/>
              <a:gd name="connsiteY6" fmla="*/ 17637 h 4568205"/>
              <a:gd name="connsiteX7" fmla="*/ 2111887 w 2111887"/>
              <a:gd name="connsiteY7" fmla="*/ 271997 h 4568205"/>
              <a:gd name="connsiteX8" fmla="*/ 2111887 w 2111887"/>
              <a:gd name="connsiteY8" fmla="*/ 4320988 h 4568205"/>
              <a:gd name="connsiteX9" fmla="*/ 1864670 w 2111887"/>
              <a:gd name="connsiteY9" fmla="*/ 4568205 h 4568205"/>
              <a:gd name="connsiteX10" fmla="*/ 247217 w 2111887"/>
              <a:gd name="connsiteY10" fmla="*/ 4568205 h 4568205"/>
              <a:gd name="connsiteX11" fmla="*/ 0 w 2111887"/>
              <a:gd name="connsiteY11" fmla="*/ 4320988 h 4568205"/>
              <a:gd name="connsiteX12" fmla="*/ 0 w 2111887"/>
              <a:gd name="connsiteY12" fmla="*/ 271997 h 4568205"/>
              <a:gd name="connsiteX0" fmla="*/ 0 w 2111887"/>
              <a:gd name="connsiteY0" fmla="*/ 275715 h 4571923"/>
              <a:gd name="connsiteX1" fmla="*/ 235311 w 2111887"/>
              <a:gd name="connsiteY1" fmla="*/ 16592 h 4571923"/>
              <a:gd name="connsiteX2" fmla="*/ 762768 w 2111887"/>
              <a:gd name="connsiteY2" fmla="*/ 26117 h 4571923"/>
              <a:gd name="connsiteX3" fmla="*/ 1272357 w 2111887"/>
              <a:gd name="connsiteY3" fmla="*/ 26116 h 4571923"/>
              <a:gd name="connsiteX4" fmla="*/ 1520006 w 2111887"/>
              <a:gd name="connsiteY4" fmla="*/ 11829 h 4571923"/>
              <a:gd name="connsiteX5" fmla="*/ 1895626 w 2111887"/>
              <a:gd name="connsiteY5" fmla="*/ 21355 h 4571923"/>
              <a:gd name="connsiteX6" fmla="*/ 2111887 w 2111887"/>
              <a:gd name="connsiteY6" fmla="*/ 275715 h 4571923"/>
              <a:gd name="connsiteX7" fmla="*/ 2111887 w 2111887"/>
              <a:gd name="connsiteY7" fmla="*/ 4324706 h 4571923"/>
              <a:gd name="connsiteX8" fmla="*/ 1864670 w 2111887"/>
              <a:gd name="connsiteY8" fmla="*/ 4571923 h 4571923"/>
              <a:gd name="connsiteX9" fmla="*/ 247217 w 2111887"/>
              <a:gd name="connsiteY9" fmla="*/ 4571923 h 4571923"/>
              <a:gd name="connsiteX10" fmla="*/ 0 w 2111887"/>
              <a:gd name="connsiteY10" fmla="*/ 4324706 h 4571923"/>
              <a:gd name="connsiteX11" fmla="*/ 0 w 2111887"/>
              <a:gd name="connsiteY11" fmla="*/ 275715 h 4571923"/>
              <a:gd name="connsiteX0" fmla="*/ 0 w 2111887"/>
              <a:gd name="connsiteY0" fmla="*/ 275289 h 4571497"/>
              <a:gd name="connsiteX1" fmla="*/ 235311 w 2111887"/>
              <a:gd name="connsiteY1" fmla="*/ 16166 h 4571497"/>
              <a:gd name="connsiteX2" fmla="*/ 1272357 w 2111887"/>
              <a:gd name="connsiteY2" fmla="*/ 25690 h 4571497"/>
              <a:gd name="connsiteX3" fmla="*/ 1520006 w 2111887"/>
              <a:gd name="connsiteY3" fmla="*/ 11403 h 4571497"/>
              <a:gd name="connsiteX4" fmla="*/ 1895626 w 2111887"/>
              <a:gd name="connsiteY4" fmla="*/ 20929 h 4571497"/>
              <a:gd name="connsiteX5" fmla="*/ 2111887 w 2111887"/>
              <a:gd name="connsiteY5" fmla="*/ 275289 h 4571497"/>
              <a:gd name="connsiteX6" fmla="*/ 2111887 w 2111887"/>
              <a:gd name="connsiteY6" fmla="*/ 4324280 h 4571497"/>
              <a:gd name="connsiteX7" fmla="*/ 1864670 w 2111887"/>
              <a:gd name="connsiteY7" fmla="*/ 4571497 h 4571497"/>
              <a:gd name="connsiteX8" fmla="*/ 247217 w 2111887"/>
              <a:gd name="connsiteY8" fmla="*/ 4571497 h 4571497"/>
              <a:gd name="connsiteX9" fmla="*/ 0 w 2111887"/>
              <a:gd name="connsiteY9" fmla="*/ 4324280 h 4571497"/>
              <a:gd name="connsiteX10" fmla="*/ 0 w 2111887"/>
              <a:gd name="connsiteY10" fmla="*/ 275289 h 4571497"/>
              <a:gd name="connsiteX0" fmla="*/ 0 w 2111887"/>
              <a:gd name="connsiteY0" fmla="*/ 280184 h 4576392"/>
              <a:gd name="connsiteX1" fmla="*/ 235311 w 2111887"/>
              <a:gd name="connsiteY1" fmla="*/ 21061 h 4576392"/>
              <a:gd name="connsiteX2" fmla="*/ 1520006 w 2111887"/>
              <a:gd name="connsiteY2" fmla="*/ 16298 h 4576392"/>
              <a:gd name="connsiteX3" fmla="*/ 1895626 w 2111887"/>
              <a:gd name="connsiteY3" fmla="*/ 25824 h 4576392"/>
              <a:gd name="connsiteX4" fmla="*/ 2111887 w 2111887"/>
              <a:gd name="connsiteY4" fmla="*/ 280184 h 4576392"/>
              <a:gd name="connsiteX5" fmla="*/ 2111887 w 2111887"/>
              <a:gd name="connsiteY5" fmla="*/ 4329175 h 4576392"/>
              <a:gd name="connsiteX6" fmla="*/ 1864670 w 2111887"/>
              <a:gd name="connsiteY6" fmla="*/ 4576392 h 4576392"/>
              <a:gd name="connsiteX7" fmla="*/ 247217 w 2111887"/>
              <a:gd name="connsiteY7" fmla="*/ 4576392 h 4576392"/>
              <a:gd name="connsiteX8" fmla="*/ 0 w 2111887"/>
              <a:gd name="connsiteY8" fmla="*/ 4329175 h 4576392"/>
              <a:gd name="connsiteX9" fmla="*/ 0 w 2111887"/>
              <a:gd name="connsiteY9" fmla="*/ 280184 h 4576392"/>
              <a:gd name="connsiteX0" fmla="*/ 0 w 2111887"/>
              <a:gd name="connsiteY0" fmla="*/ 288917 h 4585125"/>
              <a:gd name="connsiteX1" fmla="*/ 235311 w 2111887"/>
              <a:gd name="connsiteY1" fmla="*/ 29794 h 4585125"/>
              <a:gd name="connsiteX2" fmla="*/ 1895626 w 2111887"/>
              <a:gd name="connsiteY2" fmla="*/ 34557 h 4585125"/>
              <a:gd name="connsiteX3" fmla="*/ 2111887 w 2111887"/>
              <a:gd name="connsiteY3" fmla="*/ 288917 h 4585125"/>
              <a:gd name="connsiteX4" fmla="*/ 2111887 w 2111887"/>
              <a:gd name="connsiteY4" fmla="*/ 4337908 h 4585125"/>
              <a:gd name="connsiteX5" fmla="*/ 1864670 w 2111887"/>
              <a:gd name="connsiteY5" fmla="*/ 4585125 h 4585125"/>
              <a:gd name="connsiteX6" fmla="*/ 247217 w 2111887"/>
              <a:gd name="connsiteY6" fmla="*/ 4585125 h 4585125"/>
              <a:gd name="connsiteX7" fmla="*/ 0 w 2111887"/>
              <a:gd name="connsiteY7" fmla="*/ 4337908 h 4585125"/>
              <a:gd name="connsiteX8" fmla="*/ 0 w 2111887"/>
              <a:gd name="connsiteY8" fmla="*/ 288917 h 4585125"/>
              <a:gd name="connsiteX0" fmla="*/ 0 w 2111887"/>
              <a:gd name="connsiteY0" fmla="*/ 316063 h 4612271"/>
              <a:gd name="connsiteX1" fmla="*/ 235311 w 2111887"/>
              <a:gd name="connsiteY1" fmla="*/ 56940 h 4612271"/>
              <a:gd name="connsiteX2" fmla="*/ 1888483 w 2111887"/>
              <a:gd name="connsiteY2" fmla="*/ 18841 h 4612271"/>
              <a:gd name="connsiteX3" fmla="*/ 2111887 w 2111887"/>
              <a:gd name="connsiteY3" fmla="*/ 316063 h 4612271"/>
              <a:gd name="connsiteX4" fmla="*/ 2111887 w 2111887"/>
              <a:gd name="connsiteY4" fmla="*/ 4365054 h 4612271"/>
              <a:gd name="connsiteX5" fmla="*/ 1864670 w 2111887"/>
              <a:gd name="connsiteY5" fmla="*/ 4612271 h 4612271"/>
              <a:gd name="connsiteX6" fmla="*/ 247217 w 2111887"/>
              <a:gd name="connsiteY6" fmla="*/ 4612271 h 4612271"/>
              <a:gd name="connsiteX7" fmla="*/ 0 w 2111887"/>
              <a:gd name="connsiteY7" fmla="*/ 4365054 h 4612271"/>
              <a:gd name="connsiteX8" fmla="*/ 0 w 2111887"/>
              <a:gd name="connsiteY8" fmla="*/ 316063 h 4612271"/>
              <a:gd name="connsiteX0" fmla="*/ 0 w 2111887"/>
              <a:gd name="connsiteY0" fmla="*/ 327050 h 4623258"/>
              <a:gd name="connsiteX1" fmla="*/ 223404 w 2111887"/>
              <a:gd name="connsiteY1" fmla="*/ 34589 h 4623258"/>
              <a:gd name="connsiteX2" fmla="*/ 1888483 w 2111887"/>
              <a:gd name="connsiteY2" fmla="*/ 29828 h 4623258"/>
              <a:gd name="connsiteX3" fmla="*/ 2111887 w 2111887"/>
              <a:gd name="connsiteY3" fmla="*/ 327050 h 4623258"/>
              <a:gd name="connsiteX4" fmla="*/ 2111887 w 2111887"/>
              <a:gd name="connsiteY4" fmla="*/ 4376041 h 4623258"/>
              <a:gd name="connsiteX5" fmla="*/ 1864670 w 2111887"/>
              <a:gd name="connsiteY5" fmla="*/ 4623258 h 4623258"/>
              <a:gd name="connsiteX6" fmla="*/ 247217 w 2111887"/>
              <a:gd name="connsiteY6" fmla="*/ 4623258 h 4623258"/>
              <a:gd name="connsiteX7" fmla="*/ 0 w 2111887"/>
              <a:gd name="connsiteY7" fmla="*/ 4376041 h 4623258"/>
              <a:gd name="connsiteX8" fmla="*/ 0 w 2111887"/>
              <a:gd name="connsiteY8" fmla="*/ 327050 h 4623258"/>
              <a:gd name="connsiteX0" fmla="*/ 0 w 2111887"/>
              <a:gd name="connsiteY0" fmla="*/ 318359 h 4614567"/>
              <a:gd name="connsiteX1" fmla="*/ 223404 w 2111887"/>
              <a:gd name="connsiteY1" fmla="*/ 25898 h 4614567"/>
              <a:gd name="connsiteX2" fmla="*/ 1888483 w 2111887"/>
              <a:gd name="connsiteY2" fmla="*/ 21137 h 4614567"/>
              <a:gd name="connsiteX3" fmla="*/ 2111887 w 2111887"/>
              <a:gd name="connsiteY3" fmla="*/ 318359 h 4614567"/>
              <a:gd name="connsiteX4" fmla="*/ 2111887 w 2111887"/>
              <a:gd name="connsiteY4" fmla="*/ 4367350 h 4614567"/>
              <a:gd name="connsiteX5" fmla="*/ 1864670 w 2111887"/>
              <a:gd name="connsiteY5" fmla="*/ 4614567 h 4614567"/>
              <a:gd name="connsiteX6" fmla="*/ 247217 w 2111887"/>
              <a:gd name="connsiteY6" fmla="*/ 4614567 h 4614567"/>
              <a:gd name="connsiteX7" fmla="*/ 0 w 2111887"/>
              <a:gd name="connsiteY7" fmla="*/ 4367350 h 4614567"/>
              <a:gd name="connsiteX8" fmla="*/ 0 w 2111887"/>
              <a:gd name="connsiteY8" fmla="*/ 318359 h 4614567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9031"/>
              <a:gd name="connsiteY0" fmla="*/ 292265 h 4605141"/>
              <a:gd name="connsiteX1" fmla="*/ 230548 w 2119031"/>
              <a:gd name="connsiteY1" fmla="*/ 16472 h 4605141"/>
              <a:gd name="connsiteX2" fmla="*/ 1895627 w 2119031"/>
              <a:gd name="connsiteY2" fmla="*/ 11711 h 4605141"/>
              <a:gd name="connsiteX3" fmla="*/ 2119031 w 2119031"/>
              <a:gd name="connsiteY3" fmla="*/ 308933 h 4605141"/>
              <a:gd name="connsiteX4" fmla="*/ 2119031 w 2119031"/>
              <a:gd name="connsiteY4" fmla="*/ 4357924 h 4605141"/>
              <a:gd name="connsiteX5" fmla="*/ 1871814 w 2119031"/>
              <a:gd name="connsiteY5" fmla="*/ 4605141 h 4605141"/>
              <a:gd name="connsiteX6" fmla="*/ 254361 w 2119031"/>
              <a:gd name="connsiteY6" fmla="*/ 4605141 h 4605141"/>
              <a:gd name="connsiteX7" fmla="*/ 7144 w 2119031"/>
              <a:gd name="connsiteY7" fmla="*/ 4357924 h 4605141"/>
              <a:gd name="connsiteX8" fmla="*/ 0 w 2119031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19031 w 2128556"/>
              <a:gd name="connsiteY4" fmla="*/ 4357924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28556 w 2128556"/>
              <a:gd name="connsiteY4" fmla="*/ 4360305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0514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2419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2874 w 2131430"/>
              <a:gd name="connsiteY0" fmla="*/ 292265 h 4626572"/>
              <a:gd name="connsiteX1" fmla="*/ 233422 w 2131430"/>
              <a:gd name="connsiteY1" fmla="*/ 16472 h 4626572"/>
              <a:gd name="connsiteX2" fmla="*/ 1898501 w 2131430"/>
              <a:gd name="connsiteY2" fmla="*/ 11711 h 4626572"/>
              <a:gd name="connsiteX3" fmla="*/ 2131430 w 2131430"/>
              <a:gd name="connsiteY3" fmla="*/ 297027 h 4626572"/>
              <a:gd name="connsiteX4" fmla="*/ 2131430 w 2131430"/>
              <a:gd name="connsiteY4" fmla="*/ 4360305 h 4626572"/>
              <a:gd name="connsiteX5" fmla="*/ 1869925 w 2131430"/>
              <a:gd name="connsiteY5" fmla="*/ 4626572 h 4626572"/>
              <a:gd name="connsiteX6" fmla="*/ 257235 w 2131430"/>
              <a:gd name="connsiteY6" fmla="*/ 4624191 h 4626572"/>
              <a:gd name="connsiteX7" fmla="*/ 493 w 2131430"/>
              <a:gd name="connsiteY7" fmla="*/ 4357924 h 4626572"/>
              <a:gd name="connsiteX8" fmla="*/ 2874 w 2131430"/>
              <a:gd name="connsiteY8" fmla="*/ 292265 h 46265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131430" h="4626572">
                <a:moveTo>
                  <a:pt x="2874" y="292265"/>
                </a:moveTo>
                <a:cubicBezTo>
                  <a:pt x="2874" y="155731"/>
                  <a:pt x="101650" y="18853"/>
                  <a:pt x="233422" y="16472"/>
                </a:cubicBezTo>
                <a:cubicBezTo>
                  <a:pt x="556504" y="2654"/>
                  <a:pt x="1580975" y="-10045"/>
                  <a:pt x="1898501" y="11711"/>
                </a:cubicBezTo>
                <a:cubicBezTo>
                  <a:pt x="2042179" y="21236"/>
                  <a:pt x="2131430" y="160493"/>
                  <a:pt x="2131430" y="297027"/>
                </a:cubicBezTo>
                <a:lnTo>
                  <a:pt x="2131430" y="4360305"/>
                </a:lnTo>
                <a:cubicBezTo>
                  <a:pt x="2131430" y="4496839"/>
                  <a:pt x="2006459" y="4626572"/>
                  <a:pt x="1869925" y="4626572"/>
                </a:cubicBezTo>
                <a:lnTo>
                  <a:pt x="257235" y="4624191"/>
                </a:lnTo>
                <a:cubicBezTo>
                  <a:pt x="120701" y="4624191"/>
                  <a:pt x="493" y="4494458"/>
                  <a:pt x="493" y="4357924"/>
                </a:cubicBezTo>
                <a:cubicBezTo>
                  <a:pt x="-1888" y="3002704"/>
                  <a:pt x="5255" y="1647485"/>
                  <a:pt x="2874" y="292265"/>
                </a:cubicBez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36308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fld id="{00D1CE85-AA59-46D7-98F4-301D80B40614}" type="datetimeFigureOut">
              <a:rPr lang="en-US" smtClean="0"/>
              <a:pPr/>
              <a:t>16-Dec-25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fld id="{B9B05A01-6F48-4D1A-BEA9-613C8F70D2D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7045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80" r:id="rId2"/>
    <p:sldLayoutId id="2147483679" r:id="rId3"/>
    <p:sldLayoutId id="2147483652" r:id="rId4"/>
    <p:sldLayoutId id="2147483653" r:id="rId5"/>
    <p:sldLayoutId id="2147483654" r:id="rId6"/>
    <p:sldLayoutId id="2147483677" r:id="rId7"/>
    <p:sldLayoutId id="2147483655" r:id="rId8"/>
    <p:sldLayoutId id="2147483656" r:id="rId9"/>
    <p:sldLayoutId id="2147483657" r:id="rId10"/>
    <p:sldLayoutId id="2147483678" r:id="rId11"/>
    <p:sldLayoutId id="2147483658" r:id="rId12"/>
    <p:sldLayoutId id="2147483659" r:id="rId13"/>
    <p:sldLayoutId id="2147483660" r:id="rId14"/>
    <p:sldLayoutId id="2147483661" r:id="rId15"/>
    <p:sldLayoutId id="2147483663" r:id="rId16"/>
    <p:sldLayoutId id="2147483666" r:id="rId17"/>
    <p:sldLayoutId id="2147483674" r:id="rId18"/>
    <p:sldLayoutId id="2147483673" r:id="rId19"/>
    <p:sldLayoutId id="2147483675" r:id="rId20"/>
    <p:sldLayoutId id="2147483676" r:id="rId21"/>
    <p:sldLayoutId id="2147483664" r:id="rId22"/>
    <p:sldLayoutId id="2147483665" r:id="rId23"/>
    <p:sldLayoutId id="2147483667" r:id="rId24"/>
    <p:sldLayoutId id="2147483668" r:id="rId25"/>
    <p:sldLayoutId id="2147483669" r:id="rId26"/>
    <p:sldLayoutId id="2147483670" r:id="rId27"/>
    <p:sldLayoutId id="2147483671" r:id="rId28"/>
    <p:sldLayoutId id="2147483672" r:id="rId2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K2D" panose="00000500000000000000" pitchFamily="2" charset="-34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59C82-E165-4291-296C-0B6D296854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3143" y="1371600"/>
            <a:ext cx="11205713" cy="1517155"/>
          </a:xfrm>
        </p:spPr>
        <p:txBody>
          <a:bodyPr>
            <a:normAutofit/>
          </a:bodyPr>
          <a:lstStyle/>
          <a:p>
            <a:r>
              <a:rPr lang="vi-VN" sz="2400" dirty="0"/>
              <a:t>CAN THO UNIVERSITY</a:t>
            </a:r>
            <a:br>
              <a:rPr lang="vi-VN" sz="2400" dirty="0"/>
            </a:br>
            <a:r>
              <a:rPr lang="vi-VN" sz="2400" dirty="0"/>
              <a:t>SCHOOL OF INFORMATION </a:t>
            </a:r>
            <a:r>
              <a:rPr lang="en-US" sz="2400" dirty="0"/>
              <a:t>&amp; COMMUNICATION TECHNOLOGY</a:t>
            </a:r>
            <a:br>
              <a:rPr lang="en-US" sz="2400" dirty="0"/>
            </a:br>
            <a:r>
              <a:rPr lang="en-US" sz="2400" dirty="0"/>
              <a:t>INFORMATION TECHNOLOGY HIGH-QUALITY PROGRAM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AB227C-F72B-0A3A-1BA0-B974084F35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3143" y="3063240"/>
            <a:ext cx="11205713" cy="1794978"/>
          </a:xfrm>
        </p:spPr>
        <p:txBody>
          <a:bodyPr>
            <a:normAutofit fontScale="92500" lnSpcReduction="10000"/>
          </a:bodyPr>
          <a:lstStyle/>
          <a:p>
            <a:r>
              <a:rPr lang="en-US" b="1" dirty="0"/>
              <a:t>GRADUATION THESIS</a:t>
            </a:r>
          </a:p>
          <a:p>
            <a:endParaRPr lang="en-US" sz="1000" b="1" dirty="0"/>
          </a:p>
          <a:p>
            <a:r>
              <a:rPr lang="en-US" b="1" dirty="0"/>
              <a:t>DEVELOPING A MUSHROOM IDENTIFICATION </a:t>
            </a:r>
          </a:p>
          <a:p>
            <a:r>
              <a:rPr lang="en-US" b="1" dirty="0"/>
              <a:t>APPLICATION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A2249C-51C8-C10F-ACF3-9A8B868F97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93143" y="4978568"/>
            <a:ext cx="11205713" cy="791296"/>
          </a:xfrm>
        </p:spPr>
        <p:txBody>
          <a:bodyPr/>
          <a:lstStyle/>
          <a:p>
            <a:r>
              <a:rPr lang="en-US" b="1" dirty="0"/>
              <a:t>Advisor: </a:t>
            </a:r>
            <a:r>
              <a:rPr lang="en-US" dirty="0"/>
              <a:t>Dr. Bùi Võ Quốc Bảo</a:t>
            </a:r>
          </a:p>
          <a:p>
            <a:r>
              <a:rPr lang="en-US" b="1" dirty="0"/>
              <a:t>Student: </a:t>
            </a:r>
            <a:r>
              <a:rPr lang="en-US" dirty="0"/>
              <a:t>Nguyễn Quang Vinh (B2105727)</a:t>
            </a:r>
          </a:p>
        </p:txBody>
      </p:sp>
    </p:spTree>
    <p:extLst>
      <p:ext uri="{BB962C8B-B14F-4D97-AF65-F5344CB8AC3E}">
        <p14:creationId xmlns:p14="http://schemas.microsoft.com/office/powerpoint/2010/main" val="26030905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1C98C-59A6-490B-83BD-EE1E10A5B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000" dirty="0"/>
              <a:t>Content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8B3A4D-EB59-4245-BACF-15AE3A78BA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Part 1: Introduction</a:t>
            </a:r>
          </a:p>
          <a:p>
            <a:r>
              <a:rPr lang="en-US" dirty="0"/>
              <a:t>Part 2: Theoretical basis &amp; systems analysis</a:t>
            </a:r>
          </a:p>
          <a:p>
            <a:r>
              <a:rPr lang="en-US" dirty="0"/>
              <a:t>Part 3: Implementation</a:t>
            </a:r>
          </a:p>
          <a:p>
            <a:r>
              <a:rPr lang="en-US" dirty="0"/>
              <a:t>Part 4: Conclusion</a:t>
            </a:r>
          </a:p>
        </p:txBody>
      </p:sp>
    </p:spTree>
    <p:extLst>
      <p:ext uri="{BB962C8B-B14F-4D97-AF65-F5344CB8AC3E}">
        <p14:creationId xmlns:p14="http://schemas.microsoft.com/office/powerpoint/2010/main" val="2706205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5A774-A6E2-A310-DB6A-36A07427A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F4211D-7A43-8E5D-ED9E-DFC6F20887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dirty="0"/>
              <a:t>Part 1: Introduction</a:t>
            </a:r>
          </a:p>
        </p:txBody>
      </p:sp>
    </p:spTree>
    <p:extLst>
      <p:ext uri="{BB962C8B-B14F-4D97-AF65-F5344CB8AC3E}">
        <p14:creationId xmlns:p14="http://schemas.microsoft.com/office/powerpoint/2010/main" val="4232657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31E76-A685-C036-83C7-E30507C6D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25A5E-8538-00C1-E08F-02503B94A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1.1. Problem Description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EC4CF9-1556-4BBE-F9DB-55C79B1AAC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Mushroom identification is difficult for beginners due to subtle similarities.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Traditional methods require prior knowledge and are prone to errors.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Misidentification can cause serious health risks.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Growing interest in foraging has increased demand for reliable, accessible tools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Existing digital solutions are often limited by high cost or restrictive freemium models.</a:t>
            </a:r>
          </a:p>
        </p:txBody>
      </p:sp>
    </p:spTree>
    <p:extLst>
      <p:ext uri="{BB962C8B-B14F-4D97-AF65-F5344CB8AC3E}">
        <p14:creationId xmlns:p14="http://schemas.microsoft.com/office/powerpoint/2010/main" val="3978142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E3A85-4129-057B-6B13-47EE75A96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9298B-1C92-C439-0605-1BC1CD608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1.2. Purpose of the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55C8D7-2DA7-F4F6-1272-895F061CE1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lvl="0" indent="-342900">
              <a:spcBef>
                <a:spcPts val="0"/>
              </a:spcBef>
              <a:buFont typeface="Arial" panose="020B0604020202020204" pitchFamily="34" charset="0"/>
              <a:buChar char="•"/>
              <a:defRPr/>
            </a:pPr>
            <a:r>
              <a:rPr lang="en-US" dirty="0"/>
              <a:t>The primary purpose of this study is to develop a beginner-friendly Android application that supports safe mushroom identification, promotes safe foraging practices and self-learning.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7130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84C74-72E0-042F-9D28-B555A48E0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E264F-2157-DA18-EBAB-BC2F5F3DF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1.3. Objectives &amp; 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ADA986-CA72-2A75-3895-0456EC246B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Objectives: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Build an app that delivers reliable AI-based identification.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Combine image inference, search, history, and map features.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Design a fast client-server architecture with intuitive UI/UX.</a:t>
            </a:r>
          </a:p>
          <a:p>
            <a:r>
              <a:rPr lang="en-US" b="1" dirty="0"/>
              <a:t>Scope: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Android app using Flutter, server inference via PyTorch + Lightning.ai.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Local SQLite storage and a bundled JSON dataset.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Integration of iNaturalist API.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8206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FE205-4FC7-55D3-AC2F-4CB0AEFD1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A1A1C-6A60-40F5-E8B7-912C303244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43567" y="2601119"/>
            <a:ext cx="10029565" cy="1655762"/>
          </a:xfrm>
        </p:spPr>
        <p:txBody>
          <a:bodyPr/>
          <a:lstStyle/>
          <a:p>
            <a:r>
              <a:rPr lang="en-US" sz="6000" dirty="0"/>
              <a:t>Part 2: Theoretical basis &amp; systems analysis</a:t>
            </a:r>
          </a:p>
        </p:txBody>
      </p:sp>
    </p:spTree>
    <p:extLst>
      <p:ext uri="{BB962C8B-B14F-4D97-AF65-F5344CB8AC3E}">
        <p14:creationId xmlns:p14="http://schemas.microsoft.com/office/powerpoint/2010/main" val="30089116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A4504-EDCB-A1C7-48D8-FF95A3C73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5B619-5827-08B3-7CAF-0AC026DAB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2.1. Key Technologies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BED76-3C30-8E02-5102-27B08E313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Flutter/Dart</a:t>
            </a:r>
            <a:r>
              <a:rPr lang="en-US" dirty="0"/>
              <a:t>: Cross-platform UI framework for fast Android development.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SQLite + JSON</a:t>
            </a:r>
            <a:r>
              <a:rPr lang="en-US" dirty="0"/>
              <a:t>: Local data storage and offline mushroom information.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OpenStreetMap + iNaturalist API</a:t>
            </a:r>
            <a:r>
              <a:rPr lang="en-US" dirty="0"/>
              <a:t>: Interactive map and community observations.</a:t>
            </a:r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PyTorch + Kaggle</a:t>
            </a:r>
            <a:r>
              <a:rPr lang="en-US" dirty="0"/>
              <a:t>: Training and testing the ViT model.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FastAPI + LitServe (Lightning.ai)</a:t>
            </a:r>
            <a:r>
              <a:rPr lang="en-US" dirty="0"/>
              <a:t>: Deploying and serving the model.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9608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3302F-2E3A-0B18-A55E-29D4E3309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05624-1CA7-765B-EB72-63043428E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2.2. Vision Transformer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70AC88-4913-68CD-4E45-70F0D66C53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Google/vit-base-patch16-224-in21k </a:t>
            </a:r>
            <a:r>
              <a:rPr lang="en-US" dirty="0"/>
              <a:t>(Pre-trained on ImageNet-21k)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dirty="0"/>
              <a:t>Good for subtle details and complex textures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dirty="0"/>
              <a:t>Higher accuracy than ResNet-50, EfficientNet, and MobileNet on the custom dataset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7825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A65E1-EB57-33D4-5329-EF6A85BA3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439BB-25A5-5039-2D7E-5600DB53C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2.3. Dataset &amp; Augmentation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E832EA-0B63-F12C-823F-D322ADA0A5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Dataset</a:t>
            </a:r>
            <a:r>
              <a:rPr lang="en-US" dirty="0"/>
              <a:t>: 80 classes × 200 images each (16,000 total).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Sources</a:t>
            </a:r>
            <a:r>
              <a:rPr lang="en-US" dirty="0"/>
              <a:t>: iNaturalist, Kaggle, WildFoodUK, blogs.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Splits</a:t>
            </a:r>
            <a:r>
              <a:rPr lang="en-US" dirty="0"/>
              <a:t>: 80% training, 10% validation, 10% test.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Augmentation</a:t>
            </a:r>
            <a:r>
              <a:rPr lang="en-US" dirty="0"/>
              <a:t>: flips, rotate, brightness/contrast, hue/saturation, blur, noise, dropout, etc.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64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657E2-2508-1741-5796-588B04983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2833D-6189-C225-B32F-74230D48A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2.4. System Architecture Overview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9C2FD50-629A-D1D1-585A-C5E7813EC6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8215" y="1733600"/>
            <a:ext cx="8347076" cy="4382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704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675CB-3A0E-2913-E87E-30F846177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AC7CE-59C8-5F34-DDEB-9AAA03E3A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2.5. Use Case Overview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0B1829-292D-839A-9F32-1DD59350F4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8214" y="1537222"/>
            <a:ext cx="8235569" cy="4579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078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82907-B227-2A14-138C-335CE049C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4D38D4-0114-CEE7-414C-D4D114386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2.6. Main System Workflows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48E814-CCB2-0F07-8516-8835C5C8F0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5210" y="1477568"/>
            <a:ext cx="3690684" cy="4663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9106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FB9EF-BBF2-8C9F-0D5E-BB4847D8A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670AF-AD4D-B5DF-BDE6-606F46AD5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2.6. Main System Workflows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C39D5D-4E22-734E-0986-117BBD1162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6779" y="1387340"/>
            <a:ext cx="7056311" cy="4762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2085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A32F1-EDE5-DF54-6A34-BDE1B4D61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7DC40-781E-C0F4-3098-1750915095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2.6. Main System Workflows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A5DF38-472E-38BD-025C-23B1AFBEBA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4192" y="1325880"/>
            <a:ext cx="2503615" cy="489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2968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B0C2A-3594-D1A5-8216-5DD2C3E714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856B5-E8E9-ACC5-2A0C-B0FEC126E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2.6. Main System Workflows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CC5329-F03B-8F37-62CE-90F839477F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6883" y="1477568"/>
            <a:ext cx="2618233" cy="4887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2740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AB9B4-D5AC-586A-3338-5EB4D7A25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FCEE4-2686-7CCC-6CF8-13233FBFB5E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dirty="0"/>
              <a:t>Part 3: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42643554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75359-346D-3DD0-1733-095C88381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63877-45FE-0949-5D12-36B2B3D82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AI Model Implementation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64E3210F-AB6D-5806-58C3-EE7522CBE8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 fontScale="92500" lnSpcReduction="20000"/>
              </a:bodyPr>
              <a:lstStyle/>
              <a:p>
                <a:pPr marL="342900" lvl="0" indent="-34290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:r>
                  <a:rPr lang="en-US" b="1" dirty="0"/>
                  <a:t>Precision:</a:t>
                </a:r>
                <a:r>
                  <a:rPr lang="en-US" dirty="0"/>
                  <a:t> </a:t>
                </a:r>
                <a:r>
                  <a:rPr lang="en-US" altLang="en-US" dirty="0">
                    <a:latin typeface="Arial" panose="020B0604020202020204" pitchFamily="34" charset="0"/>
                  </a:rPr>
                  <a:t>Fraction of correct predictions among samples predicted as class i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Precision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900" dirty="0"/>
              </a:p>
              <a:p>
                <a:pPr marL="342900" lvl="0" indent="-342900" algn="l" eaLnBrk="0" fontAlgn="base" hangingPunct="0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b="1" dirty="0"/>
                  <a:t>Recall: </a:t>
                </a:r>
                <a:r>
                  <a:rPr lang="en-US" altLang="en-US" dirty="0">
                    <a:latin typeface="Arial" panose="020B0604020202020204" pitchFamily="34" charset="0"/>
                  </a:rPr>
                  <a:t>Fraction of class i samples correctly identified.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Recall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900" dirty="0"/>
              </a:p>
              <a:p>
                <a:pPr marL="342900" lvl="0" indent="-34290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:r>
                  <a:rPr lang="en-US" b="1" dirty="0"/>
                  <a:t>F1 Score</a:t>
                </a:r>
                <a:r>
                  <a:rPr lang="en-US" dirty="0"/>
                  <a:t>: </a:t>
                </a:r>
                <a:r>
                  <a:rPr lang="en-US" altLang="en-US" dirty="0">
                    <a:latin typeface="Arial" panose="020B0604020202020204" pitchFamily="34" charset="0"/>
                  </a:rPr>
                  <a:t>Harmonic mean of precision and recall 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F</m:t>
                          </m:r>
                          <m:r>
                            <m:rPr>
                              <m:nor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Precision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Recall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Precision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Recall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dirty="0"/>
                  <a:t> </a:t>
                </a:r>
              </a:p>
              <a:p>
                <a:pPr lvl="0"/>
                <a:endParaRPr lang="en-US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b="1" dirty="0"/>
              </a:p>
            </p:txBody>
          </p:sp>
        </mc:Choice>
        <mc:Fallback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64E3210F-AB6D-5806-58C3-EE7522CBE8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3"/>
                <a:stretch>
                  <a:fillRect l="-696" t="-7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89026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5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5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5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50"/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D2E6A-B928-B2FD-555C-485CD9CD3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8BCC0-5FD0-12BC-2995-CE8A31E93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AI Model Implementation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E0922922-EC9C-7E02-C484-24D32E6ACE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 lnSpcReduction="10000"/>
              </a:bodyPr>
              <a:lstStyle/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b="1" dirty="0"/>
                  <a:t>Macro-averaged metrics:</a:t>
                </a:r>
                <a:r>
                  <a:rPr lang="en-US" dirty="0"/>
                  <a:t> </a:t>
                </a:r>
                <a:r>
                  <a:rPr lang="en-US" altLang="en-US" dirty="0">
                    <a:latin typeface="Arial" panose="020B0604020202020204" pitchFamily="34" charset="0"/>
                  </a:rPr>
                  <a:t>Metrics are computed per class and averaged equally across all classes 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Macro</m:t>
                      </m:r>
                      <m:r>
                        <m:rPr>
                          <m:nor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Precision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Precision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Macro</m:t>
                      </m:r>
                      <m:r>
                        <m:rPr>
                          <m:nor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Recall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Recall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Macro</m:t>
                      </m:r>
                      <m:r>
                        <m:rPr>
                          <m:nor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F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F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dirty="0"/>
                  <a:t> </a:t>
                </a:r>
              </a:p>
              <a:p>
                <a:pPr lvl="0"/>
                <a:endParaRPr lang="en-US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b="1" dirty="0"/>
              </a:p>
            </p:txBody>
          </p:sp>
        </mc:Choice>
        <mc:Fallback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E0922922-EC9C-7E02-C484-24D32E6ACE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3"/>
                <a:stretch>
                  <a:fillRect l="-812" t="-1821" r="-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3601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21A057-A2D0-F604-E373-521794905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55D80-0C88-C2C7-358D-4C49F19E2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AI Model Implementation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21275CF9-FB40-198E-9565-2D033E9BCD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b="1" dirty="0"/>
                  <a:t>Macro-Averaged AUC: </a:t>
                </a:r>
                <a:r>
                  <a:rPr lang="en-US" dirty="0"/>
                  <a:t>The ROC–AUC is computed independently for each class using a one-vs-rest strategy and then averaged equally across all classes. This ensures fair per-class evaluation in a balanced 80-class dataset.</a:t>
                </a:r>
              </a:p>
              <a:p>
                <a:endParaRPr lang="en-US" sz="8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AUC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𝑇𝑃𝑅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𝐹𝑃𝑅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𝐹𝑃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:endParaRPr lang="en-US" sz="8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Macro</m:t>
                      </m:r>
                      <m:r>
                        <m:rPr>
                          <m:nor/>
                        </m:rPr>
                        <a:rPr lang="en-US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AUC</m:t>
                      </m:r>
                      <m: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grow m:val="on"/>
                          <m:ctrlP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ar-AE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ar-AE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AUC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ar-AE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21275CF9-FB40-198E-9565-2D033E9BCD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3"/>
                <a:stretch>
                  <a:fillRect l="-812" t="-980" r="-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03805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D2A91-B7C9-FBDD-F4F6-02EB0DD80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004B7-7ABA-5B69-3D45-A6FD163A7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AI Model Implementation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1F4BF7F-9435-56A2-2A81-A5122675DE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8663287"/>
              </p:ext>
            </p:extLst>
          </p:nvPr>
        </p:nvGraphicFramePr>
        <p:xfrm>
          <a:off x="2189205" y="2391736"/>
          <a:ext cx="7813590" cy="207452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62362">
                  <a:extLst>
                    <a:ext uri="{9D8B030D-6E8A-4147-A177-3AD203B41FA5}">
                      <a16:colId xmlns:a16="http://schemas.microsoft.com/office/drawing/2014/main" val="4012711610"/>
                    </a:ext>
                  </a:extLst>
                </a:gridCol>
                <a:gridCol w="1562362">
                  <a:extLst>
                    <a:ext uri="{9D8B030D-6E8A-4147-A177-3AD203B41FA5}">
                      <a16:colId xmlns:a16="http://schemas.microsoft.com/office/drawing/2014/main" val="3860952815"/>
                    </a:ext>
                  </a:extLst>
                </a:gridCol>
                <a:gridCol w="1562362">
                  <a:extLst>
                    <a:ext uri="{9D8B030D-6E8A-4147-A177-3AD203B41FA5}">
                      <a16:colId xmlns:a16="http://schemas.microsoft.com/office/drawing/2014/main" val="425341877"/>
                    </a:ext>
                  </a:extLst>
                </a:gridCol>
                <a:gridCol w="1563252">
                  <a:extLst>
                    <a:ext uri="{9D8B030D-6E8A-4147-A177-3AD203B41FA5}">
                      <a16:colId xmlns:a16="http://schemas.microsoft.com/office/drawing/2014/main" val="2034881795"/>
                    </a:ext>
                  </a:extLst>
                </a:gridCol>
                <a:gridCol w="1563252">
                  <a:extLst>
                    <a:ext uri="{9D8B030D-6E8A-4147-A177-3AD203B41FA5}">
                      <a16:colId xmlns:a16="http://schemas.microsoft.com/office/drawing/2014/main" val="1021626201"/>
                    </a:ext>
                  </a:extLst>
                </a:gridCol>
              </a:tblGrid>
              <a:tr h="527196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Model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Macro-Averaged Precision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Macro-Averaged Recall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Macro-Averaged F1 Score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Macro-Averaged AUC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563809424"/>
                  </a:ext>
                </a:extLst>
              </a:tr>
              <a:tr h="175732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800">
                          <a:effectLst/>
                        </a:rPr>
                        <a:t>ViT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  <a:highlight>
                            <a:srgbClr val="FFFF00"/>
                          </a:highlight>
                        </a:rPr>
                        <a:t>0.89</a:t>
                      </a:r>
                      <a:endParaRPr lang="en-US" sz="1800" dirty="0"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  <a:highlight>
                            <a:srgbClr val="FFFF00"/>
                          </a:highlight>
                        </a:rPr>
                        <a:t>0.88</a:t>
                      </a:r>
                      <a:endParaRPr lang="en-US" sz="1800" dirty="0"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  <a:highlight>
                            <a:srgbClr val="FFFF00"/>
                          </a:highlight>
                        </a:rPr>
                        <a:t>0.88</a:t>
                      </a:r>
                      <a:endParaRPr lang="en-US" sz="1800" dirty="0"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  <a:highlight>
                            <a:srgbClr val="FFFF00"/>
                          </a:highlight>
                        </a:rPr>
                        <a:t>0.998</a:t>
                      </a:r>
                      <a:endParaRPr lang="en-US" sz="1800" dirty="0"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00034942"/>
                  </a:ext>
                </a:extLst>
              </a:tr>
              <a:tr h="175732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800">
                          <a:effectLst/>
                        </a:rPr>
                        <a:t>ResNet-50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0.85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0.84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0.84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0.997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800633010"/>
                  </a:ext>
                </a:extLst>
              </a:tr>
              <a:tr h="351464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800">
                          <a:effectLst/>
                        </a:rPr>
                        <a:t>EfficientNetB4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0.84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0.83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0.83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0.996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185396875"/>
                  </a:ext>
                </a:extLst>
              </a:tr>
              <a:tr h="351464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800" dirty="0">
                          <a:effectLst/>
                        </a:rPr>
                        <a:t>MobileNetV3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0.83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0.82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0.82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0.995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042403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7064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9BC7D-BE0F-1758-A158-4EB0898F9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F2EBE-CECA-E5D4-562B-5D855B0FD6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AI Model Implementation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F0451C-8AF5-3A88-62C8-35FF905F7A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4842" y="1335903"/>
            <a:ext cx="6362315" cy="4899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9824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3C3-B0A6-8CAD-CDF0-1B7222724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FFEAF-7CF2-C4FF-8113-EEFCF5252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AI Model Implementation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A6287B1-B112-7A50-0521-992762F7EC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2568" y="1477568"/>
            <a:ext cx="6266863" cy="4699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8449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A3830-8E7C-D348-499E-411624CFA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4D61C-15EB-BD3C-BA05-92C1D2606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3.2. UI Implementation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9B73E7-E328-EC9A-AFA5-63970123C6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691" y="1253905"/>
            <a:ext cx="2438740" cy="501084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13E5F31-9636-5700-8C62-BB8C34DA4F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8380" y="1206274"/>
            <a:ext cx="2514879" cy="506800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44DAB63-94CC-519F-80FE-82A4CD5C94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0208" y="1196748"/>
            <a:ext cx="2481699" cy="506800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B822AB-8CAE-4A39-3E4F-539A52FE8B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8856" y="1196747"/>
            <a:ext cx="2495898" cy="5068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307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20A95D-7449-8411-C9CD-C0A4DD7FE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3D1BA-C836-EE3B-694B-F0E37731D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3.2. UI Implementation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85E7065-CC08-1CD3-4AC6-05F0E499BA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630" y="1292011"/>
            <a:ext cx="2438740" cy="498227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4E8DD7B-56C7-5953-4602-EC7D1E94C1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5425" y="1258668"/>
            <a:ext cx="2524477" cy="502037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E1B147A-0C79-C5D3-6F1E-B3C48885F7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1059" y="1263432"/>
            <a:ext cx="2486372" cy="5010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1172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C9BD9-267C-DA7E-5C53-3523265BB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24890-0ED0-4E85-0564-8F1949F12D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3.2. UI Implementation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39772C4-FC63-794A-F104-90FF2F66BD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8859" y="1259432"/>
            <a:ext cx="2429214" cy="502037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8FDF0AC-D880-3F08-9DAE-B9E97A7851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5348" y="1225326"/>
            <a:ext cx="2457793" cy="504895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171769A-554D-0FD2-F5C2-BA4CBA2EE5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8242" y="1258668"/>
            <a:ext cx="2486372" cy="5039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574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C7BBF-041F-B164-21EC-805ED609C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222E7-0D11-564D-7DD9-D6EECB7240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3.2. UI Implementation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3F73263-F735-26F2-EAE5-569160DBAE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822" y="1244378"/>
            <a:ext cx="2467319" cy="501084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656FAC5-4E35-E7EF-7F38-C3D57A6555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8242" y="1268194"/>
            <a:ext cx="2514951" cy="503942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23F5F15-323A-9242-BF3A-0424041F7C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8294" y="1234851"/>
            <a:ext cx="2505425" cy="5020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4740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12FB0-38EA-B7AE-6833-E20CBB77A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16FC7-E2DE-3426-A10C-73C2DDF0975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dirty="0"/>
              <a:t>Part 4: Conclusion</a:t>
            </a:r>
          </a:p>
        </p:txBody>
      </p:sp>
    </p:spTree>
    <p:extLst>
      <p:ext uri="{BB962C8B-B14F-4D97-AF65-F5344CB8AC3E}">
        <p14:creationId xmlns:p14="http://schemas.microsoft.com/office/powerpoint/2010/main" val="29572578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628F7E-9D6F-2120-E78A-477783B51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E1780-2A4A-44E1-B4F7-2BDAA9B60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noProof="0" dirty="0"/>
              <a:t>4.1. Achieved Results &amp; Limitations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CD77B8-8BAF-9CFD-1DC5-392E71D521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b="1" noProof="0" dirty="0"/>
              <a:t>ACHIVED RESULTS: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Developed a </a:t>
            </a:r>
            <a:r>
              <a:rPr lang="en-US" dirty="0"/>
              <a:t>beginner-friendly Android app for mushroom identification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Real-Time image </a:t>
            </a:r>
            <a:r>
              <a:rPr lang="en-US" dirty="0"/>
              <a:t>recognition using a server-side ViT model with local storage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Keyword search powered by a bundled JSON dataset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Interactable map integrated with iNaturalist API.</a:t>
            </a:r>
            <a:endParaRPr lang="en-US" noProof="0" dirty="0"/>
          </a:p>
          <a:p>
            <a:r>
              <a:rPr lang="en-US" b="1" noProof="0" dirty="0"/>
              <a:t>CURRENT LIMITATIONS: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Limited and undiversified training data</a:t>
            </a:r>
            <a:r>
              <a:rPr lang="en-US" dirty="0"/>
              <a:t>, </a:t>
            </a:r>
            <a:r>
              <a:rPr lang="en-US" noProof="0" dirty="0"/>
              <a:t>overfitting not fully mitigated.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The current ViT model has yet achieved desired accuracy on all classes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Some features remain incomplete or underdeveloped</a:t>
            </a:r>
            <a:endParaRPr lang="en-US" b="1" noProof="0" dirty="0"/>
          </a:p>
          <a:p>
            <a:endParaRPr lang="en-US" b="1" noProof="0" dirty="0"/>
          </a:p>
        </p:txBody>
      </p:sp>
    </p:spTree>
    <p:extLst>
      <p:ext uri="{BB962C8B-B14F-4D97-AF65-F5344CB8AC3E}">
        <p14:creationId xmlns:p14="http://schemas.microsoft.com/office/powerpoint/2010/main" val="4141350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5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1B4DBD-D3A4-447B-30DD-2B40A65AF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4B1CDB-ABEF-CC2D-41A1-248B0337A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4.2. Development Direction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0E5643-BF72-C87F-968B-05148AC424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0" dirty="0"/>
              <a:t>Expand recognition to more wild edibles using multi-task or speciated models.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Use larger ViT variants for higher reliability.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Increase and improve the dataset and augmentation to reduce overfitting.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Upgrade keyword search to a natural-language chatbot with a small LLM.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Add iNaturalist user-contributed observations to enrich the forage map.</a:t>
            </a:r>
          </a:p>
        </p:txBody>
      </p:sp>
    </p:spTree>
    <p:extLst>
      <p:ext uri="{BB962C8B-B14F-4D97-AF65-F5344CB8AC3E}">
        <p14:creationId xmlns:p14="http://schemas.microsoft.com/office/powerpoint/2010/main" val="2685069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7981F-8DDB-4942-9095-1A301A93096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vi-VN" dirty="0"/>
              <a:t>THANK YOU VERY MUCH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DE8CBC-CC0F-41DD-9762-03FD26D3B01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vi-VN" dirty="0"/>
              <a:t>Can Tho University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6482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5571</TotalTime>
  <Words>1486</Words>
  <Application>Microsoft Office PowerPoint</Application>
  <PresentationFormat>Widescreen</PresentationFormat>
  <Paragraphs>223</Paragraphs>
  <Slides>31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40" baseType="lpstr">
      <vt:lpstr>Aptos</vt:lpstr>
      <vt:lpstr>Arial</vt:lpstr>
      <vt:lpstr>Barlow</vt:lpstr>
      <vt:lpstr>Cambria Math</vt:lpstr>
      <vt:lpstr>Courier New</vt:lpstr>
      <vt:lpstr>K2D</vt:lpstr>
      <vt:lpstr>Readex Pro</vt:lpstr>
      <vt:lpstr>Times New Roman</vt:lpstr>
      <vt:lpstr>Office Theme</vt:lpstr>
      <vt:lpstr>CAN THO UNIVERSITY SCHOOL OF INFORMATION &amp; COMMUNICATION TECHNOLOGY INFORMATION TECHNOLOGY HIGH-QUALITY PROGRAM</vt:lpstr>
      <vt:lpstr>Content</vt:lpstr>
      <vt:lpstr>Part 1: Introduction</vt:lpstr>
      <vt:lpstr>1.1. Problem Description</vt:lpstr>
      <vt:lpstr>1.2. Purpose of the Study</vt:lpstr>
      <vt:lpstr>1.3. Objectives &amp; Scope</vt:lpstr>
      <vt:lpstr>Part 2: Theoretical basis &amp; systems analysis</vt:lpstr>
      <vt:lpstr>2.1. Key Technologies </vt:lpstr>
      <vt:lpstr>2.2. Vision Transformer Model</vt:lpstr>
      <vt:lpstr>2.3. Dataset &amp; Augmentation</vt:lpstr>
      <vt:lpstr>2.4. System Architecture Overview</vt:lpstr>
      <vt:lpstr>2.5. Use Case Overview</vt:lpstr>
      <vt:lpstr>2.6. Main System Workflows</vt:lpstr>
      <vt:lpstr>2.6. Main System Workflows</vt:lpstr>
      <vt:lpstr>2.6. Main System Workflows</vt:lpstr>
      <vt:lpstr>2.6. Main System Workflows</vt:lpstr>
      <vt:lpstr>Part 3: Implementation</vt:lpstr>
      <vt:lpstr>3.1. AI Model Implementation</vt:lpstr>
      <vt:lpstr>3.1. AI Model Implementation</vt:lpstr>
      <vt:lpstr>3.1. AI Model Implementation</vt:lpstr>
      <vt:lpstr>3.1. AI Model Implementation</vt:lpstr>
      <vt:lpstr>3.1. AI Model Implementation</vt:lpstr>
      <vt:lpstr>3.1. AI Model Implementation</vt:lpstr>
      <vt:lpstr>3.2. UI Implementation</vt:lpstr>
      <vt:lpstr>3.2. UI Implementation</vt:lpstr>
      <vt:lpstr>3.2. UI Implementation</vt:lpstr>
      <vt:lpstr>3.2. UI Implementation</vt:lpstr>
      <vt:lpstr>Part 4: Conclusion</vt:lpstr>
      <vt:lpstr>4.1. Achieved Results &amp; Limitations </vt:lpstr>
      <vt:lpstr>4.2. Development Direction </vt:lpstr>
      <vt:lpstr>THANK YOU VERY MUCH</vt:lpstr>
    </vt:vector>
  </TitlesOfParts>
  <Company>Can Tho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PowerPointTemplate_Blank</dc:title>
  <dc:creator>CTU Media</dc:creator>
  <cp:lastModifiedBy>ASUS</cp:lastModifiedBy>
  <cp:revision>459</cp:revision>
  <dcterms:created xsi:type="dcterms:W3CDTF">2022-07-01T08:15:51Z</dcterms:created>
  <dcterms:modified xsi:type="dcterms:W3CDTF">2025-12-16T13:25:26Z</dcterms:modified>
</cp:coreProperties>
</file>